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2" r:id="rId4"/>
    <p:sldMasterId id="214748369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Alumni Sans Pinstripe"/>
      <p:regular r:id="rId17"/>
      <p:italic r:id="rId18"/>
    </p:embeddedFont>
    <p:embeddedFont>
      <p:font typeface="Advent Pro Medium"/>
      <p:regular r:id="rId19"/>
      <p:bold r:id="rId20"/>
      <p:italic r:id="rId21"/>
      <p:boldItalic r:id="rId22"/>
    </p:embeddedFont>
    <p:embeddedFont>
      <p:font typeface="PT Sans"/>
      <p:regular r:id="rId23"/>
      <p:bold r:id="rId24"/>
      <p:italic r:id="rId25"/>
      <p:boldItalic r:id="rId26"/>
    </p:embeddedFont>
    <p:embeddedFont>
      <p:font typeface="Advent Pr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dventProMedium-bold.fntdata"/><Relationship Id="rId22" Type="http://schemas.openxmlformats.org/officeDocument/2006/relationships/font" Target="fonts/AdventProMedium-boldItalic.fntdata"/><Relationship Id="rId21" Type="http://schemas.openxmlformats.org/officeDocument/2006/relationships/font" Target="fonts/AdventProMedium-italic.fntdata"/><Relationship Id="rId24" Type="http://schemas.openxmlformats.org/officeDocument/2006/relationships/font" Target="fonts/PTSans-bold.fntdata"/><Relationship Id="rId23" Type="http://schemas.openxmlformats.org/officeDocument/2006/relationships/font" Target="fonts/PTSans-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TSans-boldItalic.fntdata"/><Relationship Id="rId25" Type="http://schemas.openxmlformats.org/officeDocument/2006/relationships/font" Target="fonts/PTSans-italic.fntdata"/><Relationship Id="rId28" Type="http://schemas.openxmlformats.org/officeDocument/2006/relationships/font" Target="fonts/AdventPro-bold.fntdata"/><Relationship Id="rId27" Type="http://schemas.openxmlformats.org/officeDocument/2006/relationships/font" Target="fonts/AdventPr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AdventPr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AdventPr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AlumniSansPinstripe-regular.fntdata"/><Relationship Id="rId16" Type="http://schemas.openxmlformats.org/officeDocument/2006/relationships/slide" Target="slides/slide10.xml"/><Relationship Id="rId19" Type="http://schemas.openxmlformats.org/officeDocument/2006/relationships/font" Target="fonts/AdventProMedium-regular.fntdata"/><Relationship Id="rId18" Type="http://schemas.openxmlformats.org/officeDocument/2006/relationships/font" Target="fonts/AlumniSansPinstripe-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4" name="Shape 3124"/>
        <p:cNvGrpSpPr/>
        <p:nvPr/>
      </p:nvGrpSpPr>
      <p:grpSpPr>
        <a:xfrm>
          <a:off x="0" y="0"/>
          <a:ext cx="0" cy="0"/>
          <a:chOff x="0" y="0"/>
          <a:chExt cx="0" cy="0"/>
        </a:xfrm>
      </p:grpSpPr>
      <p:sp>
        <p:nvSpPr>
          <p:cNvPr id="3125" name="Google Shape;3125;g3cc3af1f03e_0_38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6" name="Google Shape;3126;g3cc3af1f03e_0_384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4" name="Shape 3194"/>
        <p:cNvGrpSpPr/>
        <p:nvPr/>
      </p:nvGrpSpPr>
      <p:grpSpPr>
        <a:xfrm>
          <a:off x="0" y="0"/>
          <a:ext cx="0" cy="0"/>
          <a:chOff x="0" y="0"/>
          <a:chExt cx="0" cy="0"/>
        </a:xfrm>
      </p:grpSpPr>
      <p:sp>
        <p:nvSpPr>
          <p:cNvPr id="3195" name="Google Shape;3195;g3cc3af1f03e_0_38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6" name="Google Shape;3196;g3cc3af1f03e_0_38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1" name="Shape 3201"/>
        <p:cNvGrpSpPr/>
        <p:nvPr/>
      </p:nvGrpSpPr>
      <p:grpSpPr>
        <a:xfrm>
          <a:off x="0" y="0"/>
          <a:ext cx="0" cy="0"/>
          <a:chOff x="0" y="0"/>
          <a:chExt cx="0" cy="0"/>
        </a:xfrm>
      </p:grpSpPr>
      <p:sp>
        <p:nvSpPr>
          <p:cNvPr id="3202" name="Google Shape;3202;g3cc3af1f03e_0_38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3" name="Google Shape;3203;g3cc3af1f03e_0_38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0" name="Shape 3210"/>
        <p:cNvGrpSpPr/>
        <p:nvPr/>
      </p:nvGrpSpPr>
      <p:grpSpPr>
        <a:xfrm>
          <a:off x="0" y="0"/>
          <a:ext cx="0" cy="0"/>
          <a:chOff x="0" y="0"/>
          <a:chExt cx="0" cy="0"/>
        </a:xfrm>
      </p:grpSpPr>
      <p:sp>
        <p:nvSpPr>
          <p:cNvPr id="3211" name="Google Shape;3211;g3cc3af1f03e_0_38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2" name="Google Shape;3212;g3cc3af1f03e_0_38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7" name="Shape 3217"/>
        <p:cNvGrpSpPr/>
        <p:nvPr/>
      </p:nvGrpSpPr>
      <p:grpSpPr>
        <a:xfrm>
          <a:off x="0" y="0"/>
          <a:ext cx="0" cy="0"/>
          <a:chOff x="0" y="0"/>
          <a:chExt cx="0" cy="0"/>
        </a:xfrm>
      </p:grpSpPr>
      <p:sp>
        <p:nvSpPr>
          <p:cNvPr id="3218" name="Google Shape;3218;g3cc3af1f03e_0_39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9" name="Google Shape;3219;g3cc3af1f03e_0_39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9" name="Shape 3229"/>
        <p:cNvGrpSpPr/>
        <p:nvPr/>
      </p:nvGrpSpPr>
      <p:grpSpPr>
        <a:xfrm>
          <a:off x="0" y="0"/>
          <a:ext cx="0" cy="0"/>
          <a:chOff x="0" y="0"/>
          <a:chExt cx="0" cy="0"/>
        </a:xfrm>
      </p:grpSpPr>
      <p:sp>
        <p:nvSpPr>
          <p:cNvPr id="3230" name="Google Shape;3230;g3cc3af1f03e_0_39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1" name="Google Shape;3231;g3cc3af1f03e_0_39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5" name="Shape 3235"/>
        <p:cNvGrpSpPr/>
        <p:nvPr/>
      </p:nvGrpSpPr>
      <p:grpSpPr>
        <a:xfrm>
          <a:off x="0" y="0"/>
          <a:ext cx="0" cy="0"/>
          <a:chOff x="0" y="0"/>
          <a:chExt cx="0" cy="0"/>
        </a:xfrm>
      </p:grpSpPr>
      <p:sp>
        <p:nvSpPr>
          <p:cNvPr id="3236" name="Google Shape;3236;g3cc3af1f03e_0_39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7" name="Google Shape;3237;g3cc3af1f03e_0_39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1" name="Shape 3241"/>
        <p:cNvGrpSpPr/>
        <p:nvPr/>
      </p:nvGrpSpPr>
      <p:grpSpPr>
        <a:xfrm>
          <a:off x="0" y="0"/>
          <a:ext cx="0" cy="0"/>
          <a:chOff x="0" y="0"/>
          <a:chExt cx="0" cy="0"/>
        </a:xfrm>
      </p:grpSpPr>
      <p:sp>
        <p:nvSpPr>
          <p:cNvPr id="3242" name="Google Shape;3242;g3d07c074e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3" name="Google Shape;3243;g3d07c074e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7" name="Shape 3247"/>
        <p:cNvGrpSpPr/>
        <p:nvPr/>
      </p:nvGrpSpPr>
      <p:grpSpPr>
        <a:xfrm>
          <a:off x="0" y="0"/>
          <a:ext cx="0" cy="0"/>
          <a:chOff x="0" y="0"/>
          <a:chExt cx="0" cy="0"/>
        </a:xfrm>
      </p:grpSpPr>
      <p:sp>
        <p:nvSpPr>
          <p:cNvPr id="3248" name="Google Shape;3248;g3d07c074e1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9" name="Google Shape;3249;g3d07c074e1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3" name="Shape 3253"/>
        <p:cNvGrpSpPr/>
        <p:nvPr/>
      </p:nvGrpSpPr>
      <p:grpSpPr>
        <a:xfrm>
          <a:off x="0" y="0"/>
          <a:ext cx="0" cy="0"/>
          <a:chOff x="0" y="0"/>
          <a:chExt cx="0" cy="0"/>
        </a:xfrm>
      </p:grpSpPr>
      <p:sp>
        <p:nvSpPr>
          <p:cNvPr id="3254" name="Google Shape;3254;g3cc3af1f03e_0_40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5" name="Google Shape;3255;g3cc3af1f03e_0_40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grpSp>
        <p:nvGrpSpPr>
          <p:cNvPr id="54" name="Google Shape;54;p14"/>
          <p:cNvGrpSpPr/>
          <p:nvPr/>
        </p:nvGrpSpPr>
        <p:grpSpPr>
          <a:xfrm>
            <a:off x="6414771" y="4540255"/>
            <a:ext cx="2227588" cy="726522"/>
            <a:chOff x="5608450" y="1680311"/>
            <a:chExt cx="1039375" cy="338989"/>
          </a:xfrm>
        </p:grpSpPr>
        <p:sp>
          <p:nvSpPr>
            <p:cNvPr id="55" name="Google Shape;55;p14"/>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4"/>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14"/>
          <p:cNvGrpSpPr/>
          <p:nvPr/>
        </p:nvGrpSpPr>
        <p:grpSpPr>
          <a:xfrm>
            <a:off x="146930" y="167266"/>
            <a:ext cx="2227589" cy="1527191"/>
            <a:chOff x="5519300" y="372750"/>
            <a:chExt cx="1039375" cy="712575"/>
          </a:xfrm>
        </p:grpSpPr>
        <p:sp>
          <p:nvSpPr>
            <p:cNvPr id="92" name="Google Shape;92;p14"/>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4"/>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4"/>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4"/>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4"/>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4"/>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4"/>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4"/>
          <p:cNvSpPr/>
          <p:nvPr/>
        </p:nvSpPr>
        <p:spPr>
          <a:xfrm>
            <a:off x="3498074" y="-725725"/>
            <a:ext cx="1331400" cy="1331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818424" y="3693001"/>
            <a:ext cx="3129600" cy="3129600"/>
          </a:xfrm>
          <a:prstGeom prst="blockArc">
            <a:avLst>
              <a:gd fmla="val 10800000" name="adj1"/>
              <a:gd fmla="val 78601" name="adj2"/>
              <a:gd fmla="val 1628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rot="8403633">
            <a:off x="-1694052" y="-1802996"/>
            <a:ext cx="4684741" cy="4684741"/>
          </a:xfrm>
          <a:prstGeom prst="blockArc">
            <a:avLst>
              <a:gd fmla="val 10800000" name="adj1"/>
              <a:gd fmla="val 21552055" name="adj2"/>
              <a:gd fmla="val 1222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2" name="Google Shape;162;p14"/>
          <p:cNvGrpSpPr/>
          <p:nvPr/>
        </p:nvGrpSpPr>
        <p:grpSpPr>
          <a:xfrm>
            <a:off x="7721255" y="539314"/>
            <a:ext cx="709249" cy="339196"/>
            <a:chOff x="5265975" y="1869575"/>
            <a:chExt cx="269400" cy="128825"/>
          </a:xfrm>
        </p:grpSpPr>
        <p:cxnSp>
          <p:nvCxnSpPr>
            <p:cNvPr id="163" name="Google Shape;163;p14"/>
            <p:cNvCxnSpPr/>
            <p:nvPr/>
          </p:nvCxnSpPr>
          <p:spPr>
            <a:xfrm>
              <a:off x="5265975" y="1869575"/>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64" name="Google Shape;164;p14"/>
            <p:cNvCxnSpPr/>
            <p:nvPr/>
          </p:nvCxnSpPr>
          <p:spPr>
            <a:xfrm>
              <a:off x="5265975" y="1901781"/>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65" name="Google Shape;165;p14"/>
            <p:cNvCxnSpPr/>
            <p:nvPr/>
          </p:nvCxnSpPr>
          <p:spPr>
            <a:xfrm>
              <a:off x="5265975" y="1933988"/>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66" name="Google Shape;166;p14"/>
            <p:cNvCxnSpPr/>
            <p:nvPr/>
          </p:nvCxnSpPr>
          <p:spPr>
            <a:xfrm>
              <a:off x="5265975" y="1966194"/>
              <a:ext cx="269400" cy="0"/>
            </a:xfrm>
            <a:prstGeom prst="straightConnector1">
              <a:avLst/>
            </a:prstGeom>
            <a:noFill/>
            <a:ln cap="flat" cmpd="sng" w="9525">
              <a:solidFill>
                <a:schemeClr val="dk1"/>
              </a:solidFill>
              <a:prstDash val="solid"/>
              <a:round/>
              <a:headEnd len="med" w="med" type="none"/>
              <a:tailEnd len="med" w="med" type="none"/>
            </a:ln>
          </p:spPr>
        </p:cxnSp>
        <p:cxnSp>
          <p:nvCxnSpPr>
            <p:cNvPr id="167" name="Google Shape;167;p14"/>
            <p:cNvCxnSpPr/>
            <p:nvPr/>
          </p:nvCxnSpPr>
          <p:spPr>
            <a:xfrm>
              <a:off x="5265975" y="1998400"/>
              <a:ext cx="269400" cy="0"/>
            </a:xfrm>
            <a:prstGeom prst="straightConnector1">
              <a:avLst/>
            </a:prstGeom>
            <a:noFill/>
            <a:ln cap="flat" cmpd="sng" w="9525">
              <a:solidFill>
                <a:schemeClr val="dk1"/>
              </a:solidFill>
              <a:prstDash val="solid"/>
              <a:round/>
              <a:headEnd len="med" w="med" type="none"/>
              <a:tailEnd len="med" w="med" type="none"/>
            </a:ln>
          </p:spPr>
        </p:cxnSp>
      </p:grpSp>
      <p:sp>
        <p:nvSpPr>
          <p:cNvPr id="168" name="Google Shape;168;p14"/>
          <p:cNvSpPr/>
          <p:nvPr/>
        </p:nvSpPr>
        <p:spPr>
          <a:xfrm>
            <a:off x="1925875" y="4140975"/>
            <a:ext cx="2168100" cy="2168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rot="-1855996">
            <a:off x="8430736" y="1382619"/>
            <a:ext cx="1934093" cy="1934093"/>
          </a:xfrm>
          <a:prstGeom prst="blockArc">
            <a:avLst>
              <a:gd fmla="val 5958233" name="adj1"/>
              <a:gd fmla="val 17549793" name="adj2"/>
              <a:gd fmla="val 2103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8581300" y="1240975"/>
            <a:ext cx="1278000" cy="1278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txBox="1"/>
          <p:nvPr>
            <p:ph type="ctrTitle"/>
          </p:nvPr>
        </p:nvSpPr>
        <p:spPr>
          <a:xfrm>
            <a:off x="3817063" y="1228288"/>
            <a:ext cx="4499400" cy="1824000"/>
          </a:xfrm>
          <a:prstGeom prst="rect">
            <a:avLst/>
          </a:prstGeom>
        </p:spPr>
        <p:txBody>
          <a:bodyPr anchorCtr="0" anchor="t" bIns="91425" lIns="91425" spcFirstLastPara="1" rIns="91425" wrap="square" tIns="91425">
            <a:noAutofit/>
          </a:bodyPr>
          <a:lstStyle>
            <a:lvl1pPr lvl="0" algn="r">
              <a:lnSpc>
                <a:spcPct val="75000"/>
              </a:lnSpc>
              <a:spcBef>
                <a:spcPts val="0"/>
              </a:spcBef>
              <a:spcAft>
                <a:spcPts val="0"/>
              </a:spcAft>
              <a:buSzPts val="5200"/>
              <a:buNone/>
              <a:defRPr sz="71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2" name="Google Shape;172;p14"/>
          <p:cNvSpPr txBox="1"/>
          <p:nvPr>
            <p:ph idx="1" type="subTitle"/>
          </p:nvPr>
        </p:nvSpPr>
        <p:spPr>
          <a:xfrm>
            <a:off x="6343500" y="3052300"/>
            <a:ext cx="1972800" cy="7389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1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3" name="Shape 173"/>
        <p:cNvGrpSpPr/>
        <p:nvPr/>
      </p:nvGrpSpPr>
      <p:grpSpPr>
        <a:xfrm>
          <a:off x="0" y="0"/>
          <a:ext cx="0" cy="0"/>
          <a:chOff x="0" y="0"/>
          <a:chExt cx="0" cy="0"/>
        </a:xfrm>
      </p:grpSpPr>
      <p:sp>
        <p:nvSpPr>
          <p:cNvPr id="174" name="Google Shape;174;p15"/>
          <p:cNvSpPr txBox="1"/>
          <p:nvPr>
            <p:ph type="title"/>
          </p:nvPr>
        </p:nvSpPr>
        <p:spPr>
          <a:xfrm>
            <a:off x="4228090" y="2680725"/>
            <a:ext cx="2762100" cy="923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5" name="Google Shape;175;p15"/>
          <p:cNvSpPr txBox="1"/>
          <p:nvPr>
            <p:ph hasCustomPrompt="1" idx="2" type="title"/>
          </p:nvPr>
        </p:nvSpPr>
        <p:spPr>
          <a:xfrm>
            <a:off x="2356910" y="3011350"/>
            <a:ext cx="1437600" cy="917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76" name="Google Shape;176;p15"/>
          <p:cNvSpPr txBox="1"/>
          <p:nvPr>
            <p:ph idx="1" type="subTitle"/>
          </p:nvPr>
        </p:nvSpPr>
        <p:spPr>
          <a:xfrm>
            <a:off x="4228073" y="3530819"/>
            <a:ext cx="2762100" cy="713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7" name="Google Shape;177;p15"/>
          <p:cNvSpPr/>
          <p:nvPr/>
        </p:nvSpPr>
        <p:spPr>
          <a:xfrm rot="7304698">
            <a:off x="-784688" y="3074934"/>
            <a:ext cx="2252826" cy="2252826"/>
          </a:xfrm>
          <a:prstGeom prst="blockArc">
            <a:avLst>
              <a:gd fmla="val 6747610" name="adj1"/>
              <a:gd fmla="val 21450309" name="adj2"/>
              <a:gd fmla="val 1733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rot="-8399579">
            <a:off x="6604599" y="-1415011"/>
            <a:ext cx="3375739" cy="3375739"/>
          </a:xfrm>
          <a:prstGeom prst="blockArc">
            <a:avLst>
              <a:gd fmla="val 10800000" name="adj1"/>
              <a:gd fmla="val 21450309" name="adj2"/>
              <a:gd fmla="val 1733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 name="Google Shape;179;p15"/>
          <p:cNvGrpSpPr/>
          <p:nvPr/>
        </p:nvGrpSpPr>
        <p:grpSpPr>
          <a:xfrm>
            <a:off x="7261903" y="658823"/>
            <a:ext cx="2227589" cy="726958"/>
            <a:chOff x="6972150" y="711750"/>
            <a:chExt cx="1039375" cy="339193"/>
          </a:xfrm>
        </p:grpSpPr>
        <p:sp>
          <p:nvSpPr>
            <p:cNvPr id="180" name="Google Shape;180;p15"/>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5"/>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5"/>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5"/>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5"/>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5"/>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5"/>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 name="Google Shape;212;p15"/>
          <p:cNvGrpSpPr/>
          <p:nvPr/>
        </p:nvGrpSpPr>
        <p:grpSpPr>
          <a:xfrm>
            <a:off x="-280170" y="-141409"/>
            <a:ext cx="2227589" cy="1527191"/>
            <a:chOff x="5519300" y="372750"/>
            <a:chExt cx="1039375" cy="712575"/>
          </a:xfrm>
        </p:grpSpPr>
        <p:sp>
          <p:nvSpPr>
            <p:cNvPr id="213" name="Google Shape;213;p15"/>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5"/>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5"/>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5"/>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5"/>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5"/>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5"/>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5"/>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5"/>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5"/>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5"/>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5"/>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5"/>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5"/>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5"/>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5"/>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5"/>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5"/>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5"/>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5"/>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5"/>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5"/>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5"/>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5"/>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5"/>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5"/>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5"/>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5"/>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5"/>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5"/>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5"/>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5"/>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5"/>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5"/>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0" name="Google Shape;280;p15"/>
          <p:cNvGrpSpPr/>
          <p:nvPr/>
        </p:nvGrpSpPr>
        <p:grpSpPr>
          <a:xfrm>
            <a:off x="-154771" y="4691203"/>
            <a:ext cx="2227588" cy="726522"/>
            <a:chOff x="3620725" y="372750"/>
            <a:chExt cx="1039375" cy="338989"/>
          </a:xfrm>
        </p:grpSpPr>
        <p:sp>
          <p:nvSpPr>
            <p:cNvPr id="281" name="Google Shape;281;p15"/>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5"/>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5"/>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5"/>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5"/>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5"/>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5"/>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5"/>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5"/>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5"/>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5"/>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5"/>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5"/>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5"/>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5"/>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5"/>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5"/>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5"/>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5"/>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5"/>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5"/>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5"/>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5"/>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5"/>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5"/>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5"/>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5"/>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5"/>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5"/>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8" name="Shape 318"/>
        <p:cNvGrpSpPr/>
        <p:nvPr/>
      </p:nvGrpSpPr>
      <p:grpSpPr>
        <a:xfrm>
          <a:off x="0" y="0"/>
          <a:ext cx="0" cy="0"/>
          <a:chOff x="0" y="0"/>
          <a:chExt cx="0" cy="0"/>
        </a:xfrm>
      </p:grpSpPr>
      <p:sp>
        <p:nvSpPr>
          <p:cNvPr id="319" name="Google Shape;319;p16"/>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0" name="Google Shape;320;p16"/>
          <p:cNvSpPr txBox="1"/>
          <p:nvPr>
            <p:ph idx="1" type="body"/>
          </p:nvPr>
        </p:nvSpPr>
        <p:spPr>
          <a:xfrm>
            <a:off x="713275" y="1152475"/>
            <a:ext cx="77175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grpSp>
        <p:nvGrpSpPr>
          <p:cNvPr id="321" name="Google Shape;321;p16"/>
          <p:cNvGrpSpPr/>
          <p:nvPr/>
        </p:nvGrpSpPr>
        <p:grpSpPr>
          <a:xfrm flipH="1" rot="-5400000">
            <a:off x="7821325" y="679905"/>
            <a:ext cx="2227588" cy="726522"/>
            <a:chOff x="3799000" y="1820400"/>
            <a:chExt cx="1039375" cy="338989"/>
          </a:xfrm>
        </p:grpSpPr>
        <p:sp>
          <p:nvSpPr>
            <p:cNvPr id="322" name="Google Shape;322;p16"/>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6"/>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6"/>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6"/>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6"/>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6"/>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6"/>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6"/>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6"/>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6"/>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6"/>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6"/>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6"/>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6"/>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6"/>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6"/>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6"/>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6"/>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6"/>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6"/>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6"/>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6"/>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6"/>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6"/>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6"/>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6"/>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6"/>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6"/>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6"/>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 name="Google Shape;357;p16"/>
          <p:cNvGrpSpPr/>
          <p:nvPr/>
        </p:nvGrpSpPr>
        <p:grpSpPr>
          <a:xfrm flipH="1">
            <a:off x="-1654513" y="2869728"/>
            <a:ext cx="2227589" cy="1527191"/>
            <a:chOff x="5519300" y="372750"/>
            <a:chExt cx="1039375" cy="712575"/>
          </a:xfrm>
        </p:grpSpPr>
        <p:sp>
          <p:nvSpPr>
            <p:cNvPr id="358" name="Google Shape;358;p16"/>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6"/>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6"/>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6"/>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6"/>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6"/>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6"/>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6"/>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6"/>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6"/>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6"/>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6"/>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6"/>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6"/>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6"/>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6"/>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6"/>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6"/>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6"/>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6"/>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6"/>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6"/>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6"/>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6"/>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6"/>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6"/>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6"/>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6"/>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6"/>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6"/>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6"/>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6"/>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6"/>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6"/>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6"/>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6"/>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6"/>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6"/>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5" name="Google Shape;425;p16"/>
          <p:cNvSpPr/>
          <p:nvPr/>
        </p:nvSpPr>
        <p:spPr>
          <a:xfrm flipH="1" rot="899876">
            <a:off x="-1364959" y="4184160"/>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6"/>
          <p:cNvSpPr/>
          <p:nvPr/>
        </p:nvSpPr>
        <p:spPr>
          <a:xfrm flipH="1">
            <a:off x="-850779" y="4573892"/>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8681330" y="1443900"/>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6"/>
          <p:cNvSpPr/>
          <p:nvPr/>
        </p:nvSpPr>
        <p:spPr>
          <a:xfrm>
            <a:off x="8776832" y="1556676"/>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6"/>
          <p:cNvSpPr/>
          <p:nvPr/>
        </p:nvSpPr>
        <p:spPr>
          <a:xfrm flipH="1" rot="3508339">
            <a:off x="-1727887" y="-2075610"/>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0" name="Shape 430"/>
        <p:cNvGrpSpPr/>
        <p:nvPr/>
      </p:nvGrpSpPr>
      <p:grpSpPr>
        <a:xfrm>
          <a:off x="0" y="0"/>
          <a:ext cx="0" cy="0"/>
          <a:chOff x="0" y="0"/>
          <a:chExt cx="0" cy="0"/>
        </a:xfrm>
      </p:grpSpPr>
      <p:sp>
        <p:nvSpPr>
          <p:cNvPr id="431" name="Google Shape;431;p17"/>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432" name="Google Shape;432;p17"/>
          <p:cNvSpPr txBox="1"/>
          <p:nvPr>
            <p:ph idx="2" type="title"/>
          </p:nvPr>
        </p:nvSpPr>
        <p:spPr>
          <a:xfrm>
            <a:off x="1762697" y="2785700"/>
            <a:ext cx="23043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433" name="Google Shape;433;p17"/>
          <p:cNvSpPr txBox="1"/>
          <p:nvPr>
            <p:ph idx="1" type="subTitle"/>
          </p:nvPr>
        </p:nvSpPr>
        <p:spPr>
          <a:xfrm>
            <a:off x="1764947" y="3215250"/>
            <a:ext cx="2299800" cy="10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4" name="Google Shape;434;p17"/>
          <p:cNvSpPr txBox="1"/>
          <p:nvPr>
            <p:ph idx="3" type="title"/>
          </p:nvPr>
        </p:nvSpPr>
        <p:spPr>
          <a:xfrm>
            <a:off x="5077003" y="2785700"/>
            <a:ext cx="23043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435" name="Google Shape;435;p17"/>
          <p:cNvSpPr txBox="1"/>
          <p:nvPr>
            <p:ph idx="4" type="subTitle"/>
          </p:nvPr>
        </p:nvSpPr>
        <p:spPr>
          <a:xfrm>
            <a:off x="5079253" y="3215250"/>
            <a:ext cx="2299800" cy="10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36" name="Google Shape;436;p17"/>
          <p:cNvGrpSpPr/>
          <p:nvPr/>
        </p:nvGrpSpPr>
        <p:grpSpPr>
          <a:xfrm rot="5400000">
            <a:off x="-809808" y="679905"/>
            <a:ext cx="2227588" cy="726522"/>
            <a:chOff x="3799000" y="1820400"/>
            <a:chExt cx="1039375" cy="338989"/>
          </a:xfrm>
        </p:grpSpPr>
        <p:sp>
          <p:nvSpPr>
            <p:cNvPr id="437" name="Google Shape;437;p17"/>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7"/>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7"/>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7"/>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7"/>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7"/>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7"/>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7"/>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7"/>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7"/>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7"/>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7"/>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7"/>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7"/>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7"/>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7"/>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7"/>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7"/>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7"/>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7"/>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7"/>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7"/>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7"/>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7"/>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7"/>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7"/>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7"/>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7"/>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2" name="Google Shape;472;p17"/>
          <p:cNvGrpSpPr/>
          <p:nvPr/>
        </p:nvGrpSpPr>
        <p:grpSpPr>
          <a:xfrm>
            <a:off x="8402730" y="2587316"/>
            <a:ext cx="2227589" cy="1527191"/>
            <a:chOff x="5519300" y="372750"/>
            <a:chExt cx="1039375" cy="712575"/>
          </a:xfrm>
        </p:grpSpPr>
        <p:sp>
          <p:nvSpPr>
            <p:cNvPr id="473" name="Google Shape;473;p17"/>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7"/>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7"/>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7"/>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7"/>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7"/>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7"/>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7"/>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7"/>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7"/>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7"/>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7"/>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7"/>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7"/>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7"/>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7"/>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7"/>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7"/>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7"/>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7"/>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7"/>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7"/>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7"/>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7"/>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7"/>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7"/>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7"/>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7"/>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7"/>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7"/>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7"/>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7"/>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7"/>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7"/>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7"/>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7"/>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7"/>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7"/>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7"/>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7"/>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7"/>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7"/>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7"/>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7"/>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7"/>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7"/>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7"/>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7"/>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7"/>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7"/>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0" name="Google Shape;540;p17"/>
          <p:cNvSpPr/>
          <p:nvPr/>
        </p:nvSpPr>
        <p:spPr>
          <a:xfrm rot="-899876">
            <a:off x="8160183" y="3901748"/>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8167884" y="4291480"/>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7"/>
          <p:cNvSpPr/>
          <p:nvPr/>
        </p:nvSpPr>
        <p:spPr>
          <a:xfrm flipH="1">
            <a:off x="-1514400" y="959725"/>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7"/>
          <p:cNvSpPr/>
          <p:nvPr/>
        </p:nvSpPr>
        <p:spPr>
          <a:xfrm flipH="1">
            <a:off x="-897702" y="1072501"/>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44" name="Google Shape;544;p17"/>
          <p:cNvPicPr preferRelativeResize="0"/>
          <p:nvPr/>
        </p:nvPicPr>
        <p:blipFill>
          <a:blip r:embed="rId2">
            <a:alphaModFix/>
          </a:blip>
          <a:stretch>
            <a:fillRect/>
          </a:stretch>
        </p:blipFill>
        <p:spPr>
          <a:xfrm>
            <a:off x="8449074" y="3095000"/>
            <a:ext cx="1096325" cy="786076"/>
          </a:xfrm>
          <a:prstGeom prst="rect">
            <a:avLst/>
          </a:prstGeom>
          <a:noFill/>
          <a:ln>
            <a:noFill/>
          </a:ln>
        </p:spPr>
      </p:pic>
      <p:sp>
        <p:nvSpPr>
          <p:cNvPr id="545" name="Google Shape;545;p17"/>
          <p:cNvSpPr/>
          <p:nvPr/>
        </p:nvSpPr>
        <p:spPr>
          <a:xfrm rot="-3508339">
            <a:off x="7349568" y="-1357485"/>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6" name="Shape 546"/>
        <p:cNvGrpSpPr/>
        <p:nvPr/>
      </p:nvGrpSpPr>
      <p:grpSpPr>
        <a:xfrm>
          <a:off x="0" y="0"/>
          <a:ext cx="0" cy="0"/>
          <a:chOff x="0" y="0"/>
          <a:chExt cx="0" cy="0"/>
        </a:xfrm>
      </p:grpSpPr>
      <p:sp>
        <p:nvSpPr>
          <p:cNvPr id="547" name="Google Shape;547;p18"/>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548" name="Google Shape;548;p18"/>
          <p:cNvGrpSpPr/>
          <p:nvPr/>
        </p:nvGrpSpPr>
        <p:grpSpPr>
          <a:xfrm>
            <a:off x="8719456" y="513232"/>
            <a:ext cx="326167" cy="2227568"/>
            <a:chOff x="8577956" y="1596694"/>
            <a:chExt cx="326167" cy="2227568"/>
          </a:xfrm>
        </p:grpSpPr>
        <p:sp>
          <p:nvSpPr>
            <p:cNvPr id="549" name="Google Shape;549;p18"/>
            <p:cNvSpPr/>
            <p:nvPr/>
          </p:nvSpPr>
          <p:spPr>
            <a:xfrm rot="5400000">
              <a:off x="8778124" y="369826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8"/>
            <p:cNvSpPr/>
            <p:nvPr/>
          </p:nvSpPr>
          <p:spPr>
            <a:xfrm rot="5400000">
              <a:off x="8577956" y="369826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8"/>
            <p:cNvSpPr/>
            <p:nvPr/>
          </p:nvSpPr>
          <p:spPr>
            <a:xfrm rot="5400000">
              <a:off x="8778124" y="331615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8"/>
            <p:cNvSpPr/>
            <p:nvPr/>
          </p:nvSpPr>
          <p:spPr>
            <a:xfrm rot="5400000">
              <a:off x="8577956" y="331615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8"/>
            <p:cNvSpPr/>
            <p:nvPr/>
          </p:nvSpPr>
          <p:spPr>
            <a:xfrm rot="5400000">
              <a:off x="8778124" y="293405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8"/>
            <p:cNvSpPr/>
            <p:nvPr/>
          </p:nvSpPr>
          <p:spPr>
            <a:xfrm rot="5400000">
              <a:off x="8577956" y="293405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8"/>
            <p:cNvSpPr/>
            <p:nvPr/>
          </p:nvSpPr>
          <p:spPr>
            <a:xfrm rot="5400000">
              <a:off x="8778124" y="312510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8"/>
            <p:cNvSpPr/>
            <p:nvPr/>
          </p:nvSpPr>
          <p:spPr>
            <a:xfrm rot="5400000">
              <a:off x="8778124" y="274300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8"/>
            <p:cNvSpPr/>
            <p:nvPr/>
          </p:nvSpPr>
          <p:spPr>
            <a:xfrm rot="5400000">
              <a:off x="8577956" y="274300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rot="5400000">
              <a:off x="8778124" y="255195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rot="5400000">
              <a:off x="8778124" y="216984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8"/>
            <p:cNvSpPr/>
            <p:nvPr/>
          </p:nvSpPr>
          <p:spPr>
            <a:xfrm rot="5400000">
              <a:off x="8577956" y="178774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8"/>
            <p:cNvSpPr/>
            <p:nvPr/>
          </p:nvSpPr>
          <p:spPr>
            <a:xfrm rot="5400000">
              <a:off x="8778124" y="197879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rot="5400000">
              <a:off x="8577956" y="197879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rot="5400000">
              <a:off x="8778124" y="159669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8"/>
            <p:cNvSpPr/>
            <p:nvPr/>
          </p:nvSpPr>
          <p:spPr>
            <a:xfrm rot="5400000">
              <a:off x="8577956" y="1596694"/>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 name="Google Shape;565;p18"/>
          <p:cNvGrpSpPr/>
          <p:nvPr/>
        </p:nvGrpSpPr>
        <p:grpSpPr>
          <a:xfrm rot="-5400000">
            <a:off x="-996100" y="4015385"/>
            <a:ext cx="2227588" cy="726522"/>
            <a:chOff x="3620725" y="372750"/>
            <a:chExt cx="1039375" cy="338989"/>
          </a:xfrm>
        </p:grpSpPr>
        <p:sp>
          <p:nvSpPr>
            <p:cNvPr id="566" name="Google Shape;566;p18"/>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8"/>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8"/>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8"/>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8"/>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8"/>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8"/>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8"/>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8"/>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8"/>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8"/>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8"/>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8"/>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8"/>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8"/>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8"/>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8"/>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8"/>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8"/>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8"/>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8"/>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8"/>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8"/>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8"/>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8"/>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8"/>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8"/>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8"/>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8"/>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8"/>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8"/>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8"/>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8"/>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8"/>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8"/>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3" name="Google Shape;603;p18"/>
          <p:cNvSpPr/>
          <p:nvPr/>
        </p:nvSpPr>
        <p:spPr>
          <a:xfrm flipH="1" rot="1856158">
            <a:off x="-1167632" y="617942"/>
            <a:ext cx="1697013" cy="1697013"/>
          </a:xfrm>
          <a:prstGeom prst="blockArc">
            <a:avLst>
              <a:gd fmla="val 5958233" name="adj1"/>
              <a:gd fmla="val 17549793" name="adj2"/>
              <a:gd fmla="val 2103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8"/>
          <p:cNvSpPr/>
          <p:nvPr/>
        </p:nvSpPr>
        <p:spPr>
          <a:xfrm>
            <a:off x="-456125" y="958975"/>
            <a:ext cx="960900" cy="960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8"/>
          <p:cNvSpPr/>
          <p:nvPr/>
        </p:nvSpPr>
        <p:spPr>
          <a:xfrm flipH="1" rot="-5400000">
            <a:off x="5404994" y="4756332"/>
            <a:ext cx="1172100" cy="1172100"/>
          </a:xfrm>
          <a:prstGeom prst="blockArc">
            <a:avLst>
              <a:gd fmla="val 4205957" name="adj1"/>
              <a:gd fmla="val 17987083" name="adj2"/>
              <a:gd fmla="val 30235"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8"/>
          <p:cNvSpPr/>
          <p:nvPr/>
        </p:nvSpPr>
        <p:spPr>
          <a:xfrm>
            <a:off x="5451975" y="4826875"/>
            <a:ext cx="837300" cy="83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07" name="Shape 607"/>
        <p:cNvGrpSpPr/>
        <p:nvPr/>
      </p:nvGrpSpPr>
      <p:grpSpPr>
        <a:xfrm>
          <a:off x="0" y="0"/>
          <a:ext cx="0" cy="0"/>
          <a:chOff x="0" y="0"/>
          <a:chExt cx="0" cy="0"/>
        </a:xfrm>
      </p:grpSpPr>
      <p:sp>
        <p:nvSpPr>
          <p:cNvPr id="608" name="Google Shape;608;p19"/>
          <p:cNvSpPr txBox="1"/>
          <p:nvPr>
            <p:ph type="title"/>
          </p:nvPr>
        </p:nvSpPr>
        <p:spPr>
          <a:xfrm>
            <a:off x="1121150" y="1116775"/>
            <a:ext cx="3807900" cy="7389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609" name="Google Shape;609;p19"/>
          <p:cNvSpPr txBox="1"/>
          <p:nvPr>
            <p:ph idx="1" type="body"/>
          </p:nvPr>
        </p:nvSpPr>
        <p:spPr>
          <a:xfrm>
            <a:off x="1121150" y="1923119"/>
            <a:ext cx="3807900" cy="2103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Open Sans Medium"/>
              <a:buChar char="●"/>
              <a:defRPr/>
            </a:lvl1pPr>
            <a:lvl2pPr indent="-317500" lvl="1" marL="914400">
              <a:spcBef>
                <a:spcPts val="0"/>
              </a:spcBef>
              <a:spcAft>
                <a:spcPts val="0"/>
              </a:spcAft>
              <a:buSzPts val="1400"/>
              <a:buFont typeface="Open Sans Medium"/>
              <a:buChar char="○"/>
              <a:defRPr/>
            </a:lvl2pPr>
            <a:lvl3pPr indent="-317500" lvl="2" marL="1371600">
              <a:spcBef>
                <a:spcPts val="0"/>
              </a:spcBef>
              <a:spcAft>
                <a:spcPts val="0"/>
              </a:spcAft>
              <a:buSzPts val="1400"/>
              <a:buFont typeface="Open Sans Medium"/>
              <a:buChar char="■"/>
              <a:defRPr/>
            </a:lvl3pPr>
            <a:lvl4pPr indent="-317500" lvl="3" marL="1828800">
              <a:spcBef>
                <a:spcPts val="0"/>
              </a:spcBef>
              <a:spcAft>
                <a:spcPts val="0"/>
              </a:spcAft>
              <a:buSzPts val="1400"/>
              <a:buFont typeface="Open Sans Medium"/>
              <a:buChar char="●"/>
              <a:defRPr/>
            </a:lvl4pPr>
            <a:lvl5pPr indent="-317500" lvl="4" marL="2286000">
              <a:spcBef>
                <a:spcPts val="0"/>
              </a:spcBef>
              <a:spcAft>
                <a:spcPts val="0"/>
              </a:spcAft>
              <a:buSzPts val="1400"/>
              <a:buFont typeface="Open Sans Medium"/>
              <a:buChar char="○"/>
              <a:defRPr/>
            </a:lvl5pPr>
            <a:lvl6pPr indent="-317500" lvl="5" marL="2743200">
              <a:spcBef>
                <a:spcPts val="0"/>
              </a:spcBef>
              <a:spcAft>
                <a:spcPts val="0"/>
              </a:spcAft>
              <a:buSzPts val="1400"/>
              <a:buFont typeface="Open Sans Medium"/>
              <a:buChar char="■"/>
              <a:defRPr/>
            </a:lvl6pPr>
            <a:lvl7pPr indent="-317500" lvl="6" marL="3200400">
              <a:spcBef>
                <a:spcPts val="0"/>
              </a:spcBef>
              <a:spcAft>
                <a:spcPts val="0"/>
              </a:spcAft>
              <a:buSzPts val="1400"/>
              <a:buFont typeface="Open Sans Medium"/>
              <a:buChar char="●"/>
              <a:defRPr/>
            </a:lvl7pPr>
            <a:lvl8pPr indent="-317500" lvl="7" marL="3657600">
              <a:spcBef>
                <a:spcPts val="0"/>
              </a:spcBef>
              <a:spcAft>
                <a:spcPts val="0"/>
              </a:spcAft>
              <a:buSzPts val="1400"/>
              <a:buFont typeface="Open Sans Medium"/>
              <a:buChar char="○"/>
              <a:defRPr/>
            </a:lvl8pPr>
            <a:lvl9pPr indent="-317500" lvl="8" marL="4114800">
              <a:spcBef>
                <a:spcPts val="0"/>
              </a:spcBef>
              <a:spcAft>
                <a:spcPts val="0"/>
              </a:spcAft>
              <a:buSzPts val="1400"/>
              <a:buFont typeface="Open Sans Medium"/>
              <a:buChar char="■"/>
              <a:defRPr/>
            </a:lvl9pPr>
          </a:lstStyle>
          <a:p/>
        </p:txBody>
      </p:sp>
      <p:sp>
        <p:nvSpPr>
          <p:cNvPr id="610" name="Google Shape;610;p19"/>
          <p:cNvSpPr/>
          <p:nvPr/>
        </p:nvSpPr>
        <p:spPr>
          <a:xfrm rot="-8909883">
            <a:off x="7380555" y="-922593"/>
            <a:ext cx="2453841" cy="2453841"/>
          </a:xfrm>
          <a:prstGeom prst="blockArc">
            <a:avLst>
              <a:gd fmla="val 10800000" name="adj1"/>
              <a:gd fmla="val 567723" name="adj2"/>
              <a:gd fmla="val 1141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9"/>
          <p:cNvSpPr/>
          <p:nvPr/>
        </p:nvSpPr>
        <p:spPr>
          <a:xfrm>
            <a:off x="7130050" y="-541850"/>
            <a:ext cx="1759500" cy="1759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2" name="Google Shape;612;p19"/>
          <p:cNvGrpSpPr/>
          <p:nvPr/>
        </p:nvGrpSpPr>
        <p:grpSpPr>
          <a:xfrm flipH="1">
            <a:off x="6696355" y="334491"/>
            <a:ext cx="2227589" cy="1527191"/>
            <a:chOff x="5519300" y="372750"/>
            <a:chExt cx="1039375" cy="712575"/>
          </a:xfrm>
        </p:grpSpPr>
        <p:sp>
          <p:nvSpPr>
            <p:cNvPr id="613" name="Google Shape;613;p19"/>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9"/>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9"/>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9"/>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9"/>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9"/>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9"/>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9"/>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9"/>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9"/>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9"/>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9"/>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9"/>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9"/>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9"/>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9"/>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9"/>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9"/>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9"/>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9"/>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9"/>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9"/>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9"/>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9"/>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9"/>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9"/>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9"/>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9"/>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9"/>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9"/>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9"/>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9"/>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9"/>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9"/>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9"/>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9"/>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9"/>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9"/>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9"/>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9"/>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9"/>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9"/>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9"/>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9"/>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9"/>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9"/>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9"/>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9"/>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9"/>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9"/>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9"/>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9"/>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9"/>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9"/>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9"/>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9"/>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9"/>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9"/>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9"/>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9"/>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9"/>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9"/>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9"/>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9"/>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9"/>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 name="Google Shape;680;p19"/>
          <p:cNvGrpSpPr/>
          <p:nvPr/>
        </p:nvGrpSpPr>
        <p:grpSpPr>
          <a:xfrm>
            <a:off x="107678" y="-187590"/>
            <a:ext cx="2227589" cy="726958"/>
            <a:chOff x="6972150" y="711750"/>
            <a:chExt cx="1039375" cy="339193"/>
          </a:xfrm>
        </p:grpSpPr>
        <p:sp>
          <p:nvSpPr>
            <p:cNvPr id="681" name="Google Shape;681;p19"/>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9"/>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9"/>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9"/>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9"/>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9"/>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9"/>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9"/>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9"/>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9"/>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9"/>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9"/>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9"/>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9"/>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9"/>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9"/>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9"/>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9"/>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9"/>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9"/>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9"/>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9"/>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9"/>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9"/>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9"/>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9"/>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19"/>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9"/>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9"/>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9"/>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9"/>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9"/>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 name="Google Shape;713;p19"/>
          <p:cNvSpPr/>
          <p:nvPr/>
        </p:nvSpPr>
        <p:spPr>
          <a:xfrm>
            <a:off x="-624140" y="-419150"/>
            <a:ext cx="1527000" cy="152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9"/>
          <p:cNvSpPr/>
          <p:nvPr/>
        </p:nvSpPr>
        <p:spPr>
          <a:xfrm rot="372611">
            <a:off x="5475589" y="4165080"/>
            <a:ext cx="2204738" cy="2204738"/>
          </a:xfrm>
          <a:prstGeom prst="blockArc">
            <a:avLst>
              <a:gd fmla="val 9398892" name="adj1"/>
              <a:gd fmla="val 534609" name="adj2"/>
              <a:gd fmla="val 1967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 name="Google Shape;715;p19"/>
          <p:cNvGrpSpPr/>
          <p:nvPr/>
        </p:nvGrpSpPr>
        <p:grpSpPr>
          <a:xfrm>
            <a:off x="5832004" y="3999491"/>
            <a:ext cx="2227588" cy="726522"/>
            <a:chOff x="3620725" y="372750"/>
            <a:chExt cx="1039375" cy="338989"/>
          </a:xfrm>
        </p:grpSpPr>
        <p:sp>
          <p:nvSpPr>
            <p:cNvPr id="716" name="Google Shape;716;p19"/>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9"/>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9"/>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9"/>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9"/>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9"/>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9"/>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9"/>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9"/>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9"/>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9"/>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9"/>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9"/>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9"/>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9"/>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19"/>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9"/>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9"/>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9"/>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9"/>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9"/>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19"/>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9"/>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9"/>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9"/>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9"/>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9"/>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9"/>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9"/>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9"/>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9"/>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3" name="Shape 753"/>
        <p:cNvGrpSpPr/>
        <p:nvPr/>
      </p:nvGrpSpPr>
      <p:grpSpPr>
        <a:xfrm>
          <a:off x="0" y="0"/>
          <a:ext cx="0" cy="0"/>
          <a:chOff x="0" y="0"/>
          <a:chExt cx="0" cy="0"/>
        </a:xfrm>
      </p:grpSpPr>
      <p:sp>
        <p:nvSpPr>
          <p:cNvPr id="754" name="Google Shape;754;p20"/>
          <p:cNvSpPr txBox="1"/>
          <p:nvPr>
            <p:ph type="title"/>
          </p:nvPr>
        </p:nvSpPr>
        <p:spPr>
          <a:xfrm>
            <a:off x="4301775" y="1027300"/>
            <a:ext cx="4146600" cy="3088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9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55" name="Google Shape;755;p20"/>
          <p:cNvSpPr/>
          <p:nvPr/>
        </p:nvSpPr>
        <p:spPr>
          <a:xfrm>
            <a:off x="-665963" y="607925"/>
            <a:ext cx="2227500" cy="2228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20"/>
          <p:cNvSpPr/>
          <p:nvPr/>
        </p:nvSpPr>
        <p:spPr>
          <a:xfrm flipH="1">
            <a:off x="-3273950" y="1027301"/>
            <a:ext cx="5927400" cy="5927400"/>
          </a:xfrm>
          <a:prstGeom prst="blockArc">
            <a:avLst>
              <a:gd fmla="val 8972311" name="adj1"/>
              <a:gd fmla="val 16732630" name="adj2"/>
              <a:gd fmla="val 912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7" name="Google Shape;757;p20"/>
          <p:cNvGrpSpPr/>
          <p:nvPr/>
        </p:nvGrpSpPr>
        <p:grpSpPr>
          <a:xfrm>
            <a:off x="2653453" y="-62135"/>
            <a:ext cx="2227588" cy="726522"/>
            <a:chOff x="3857800" y="1143286"/>
            <a:chExt cx="1039375" cy="338989"/>
          </a:xfrm>
        </p:grpSpPr>
        <p:sp>
          <p:nvSpPr>
            <p:cNvPr id="758" name="Google Shape;758;p20"/>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20"/>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20"/>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0"/>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20"/>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20"/>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0"/>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20"/>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20"/>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0"/>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0"/>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20"/>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0"/>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20"/>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20"/>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0"/>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20"/>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20"/>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20"/>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20"/>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20"/>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20"/>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20"/>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0"/>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0"/>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0"/>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0"/>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8" name="Google Shape;788;p20"/>
          <p:cNvSpPr/>
          <p:nvPr/>
        </p:nvSpPr>
        <p:spPr>
          <a:xfrm>
            <a:off x="7566354" y="3268750"/>
            <a:ext cx="2574900" cy="2574900"/>
          </a:xfrm>
          <a:prstGeom prst="blockArc">
            <a:avLst>
              <a:gd fmla="val 5958233" name="adj1"/>
              <a:gd fmla="val 18369856" name="adj2"/>
              <a:gd fmla="val 1954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7514213" y="326875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0" name="Google Shape;790;p20"/>
          <p:cNvGrpSpPr/>
          <p:nvPr/>
        </p:nvGrpSpPr>
        <p:grpSpPr>
          <a:xfrm rot="5400000">
            <a:off x="-559680" y="3557919"/>
            <a:ext cx="2227588" cy="726522"/>
            <a:chOff x="3799000" y="1820400"/>
            <a:chExt cx="1039375" cy="338989"/>
          </a:xfrm>
        </p:grpSpPr>
        <p:sp>
          <p:nvSpPr>
            <p:cNvPr id="791" name="Google Shape;791;p20"/>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0"/>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0"/>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0"/>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0"/>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0"/>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0"/>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0"/>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0"/>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0"/>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0"/>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0"/>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0"/>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0"/>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0"/>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20"/>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20"/>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20"/>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20"/>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0"/>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0"/>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0"/>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0"/>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0"/>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0"/>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0"/>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7" name="Shape 827"/>
        <p:cNvGrpSpPr/>
        <p:nvPr/>
      </p:nvGrpSpPr>
      <p:grpSpPr>
        <a:xfrm>
          <a:off x="0" y="0"/>
          <a:ext cx="0" cy="0"/>
          <a:chOff x="0" y="0"/>
          <a:chExt cx="0" cy="0"/>
        </a:xfrm>
      </p:grpSpPr>
      <p:sp>
        <p:nvSpPr>
          <p:cNvPr id="828" name="Google Shape;828;p21"/>
          <p:cNvSpPr txBox="1"/>
          <p:nvPr>
            <p:ph type="title"/>
          </p:nvPr>
        </p:nvSpPr>
        <p:spPr>
          <a:xfrm>
            <a:off x="2029075" y="2490350"/>
            <a:ext cx="5085900" cy="831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29" name="Google Shape;829;p21"/>
          <p:cNvSpPr txBox="1"/>
          <p:nvPr>
            <p:ph idx="1" type="subTitle"/>
          </p:nvPr>
        </p:nvSpPr>
        <p:spPr>
          <a:xfrm>
            <a:off x="2029075" y="3269253"/>
            <a:ext cx="5085900" cy="1287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0" name="Google Shape;830;p21"/>
          <p:cNvSpPr/>
          <p:nvPr/>
        </p:nvSpPr>
        <p:spPr>
          <a:xfrm rot="-4819752">
            <a:off x="8205757" y="1265550"/>
            <a:ext cx="1585836" cy="1585836"/>
          </a:xfrm>
          <a:prstGeom prst="blockArc">
            <a:avLst>
              <a:gd fmla="val 5958233" name="adj1"/>
              <a:gd fmla="val 2559931" name="adj2"/>
              <a:gd fmla="val 2250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1"/>
          <p:cNvSpPr/>
          <p:nvPr/>
        </p:nvSpPr>
        <p:spPr>
          <a:xfrm rot="-7433688">
            <a:off x="-962871" y="-1484464"/>
            <a:ext cx="3935124" cy="3935124"/>
          </a:xfrm>
          <a:prstGeom prst="blockArc">
            <a:avLst>
              <a:gd fmla="val 5958233" name="adj1"/>
              <a:gd fmla="val 20136020" name="adj2"/>
              <a:gd fmla="val 168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1"/>
          <p:cNvSpPr/>
          <p:nvPr/>
        </p:nvSpPr>
        <p:spPr>
          <a:xfrm rot="-6824316">
            <a:off x="5408227" y="4758274"/>
            <a:ext cx="1270604" cy="1271153"/>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3" name="Shape 833"/>
        <p:cNvGrpSpPr/>
        <p:nvPr/>
      </p:nvGrpSpPr>
      <p:grpSpPr>
        <a:xfrm>
          <a:off x="0" y="0"/>
          <a:ext cx="0" cy="0"/>
          <a:chOff x="0" y="0"/>
          <a:chExt cx="0" cy="0"/>
        </a:xfrm>
      </p:grpSpPr>
      <p:sp>
        <p:nvSpPr>
          <p:cNvPr id="834" name="Google Shape;834;p22"/>
          <p:cNvSpPr txBox="1"/>
          <p:nvPr>
            <p:ph type="title"/>
          </p:nvPr>
        </p:nvSpPr>
        <p:spPr>
          <a:xfrm>
            <a:off x="713400" y="3110425"/>
            <a:ext cx="2941500" cy="1331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35" name="Shape 835"/>
        <p:cNvGrpSpPr/>
        <p:nvPr/>
      </p:nvGrpSpPr>
      <p:grpSpPr>
        <a:xfrm>
          <a:off x="0" y="0"/>
          <a:ext cx="0" cy="0"/>
          <a:chOff x="0" y="0"/>
          <a:chExt cx="0" cy="0"/>
        </a:xfrm>
      </p:grpSpPr>
      <p:sp>
        <p:nvSpPr>
          <p:cNvPr id="836" name="Google Shape;836;p23"/>
          <p:cNvSpPr txBox="1"/>
          <p:nvPr>
            <p:ph hasCustomPrompt="1" type="title"/>
          </p:nvPr>
        </p:nvSpPr>
        <p:spPr>
          <a:xfrm>
            <a:off x="1256050" y="1205625"/>
            <a:ext cx="6632100" cy="188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37" name="Google Shape;837;p23"/>
          <p:cNvSpPr txBox="1"/>
          <p:nvPr>
            <p:ph idx="1" type="subTitle"/>
          </p:nvPr>
        </p:nvSpPr>
        <p:spPr>
          <a:xfrm>
            <a:off x="1912038" y="3167400"/>
            <a:ext cx="5319900" cy="461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18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38" name="Google Shape;838;p23"/>
          <p:cNvSpPr/>
          <p:nvPr/>
        </p:nvSpPr>
        <p:spPr>
          <a:xfrm flipH="1">
            <a:off x="-970367" y="3471285"/>
            <a:ext cx="2574600" cy="2574600"/>
          </a:xfrm>
          <a:prstGeom prst="blockArc">
            <a:avLst>
              <a:gd fmla="val 5958233" name="adj1"/>
              <a:gd fmla="val 18980253" name="adj2"/>
              <a:gd fmla="val 1476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9" name="Google Shape;839;p23"/>
          <p:cNvPicPr preferRelativeResize="0"/>
          <p:nvPr/>
        </p:nvPicPr>
        <p:blipFill>
          <a:blip r:embed="rId2">
            <a:alphaModFix/>
          </a:blip>
          <a:stretch>
            <a:fillRect/>
          </a:stretch>
        </p:blipFill>
        <p:spPr>
          <a:xfrm flipH="1">
            <a:off x="-357346" y="4025275"/>
            <a:ext cx="2038800" cy="1357842"/>
          </a:xfrm>
          <a:prstGeom prst="rect">
            <a:avLst/>
          </a:prstGeom>
          <a:noFill/>
          <a:ln>
            <a:noFill/>
          </a:ln>
        </p:spPr>
      </p:pic>
      <p:grpSp>
        <p:nvGrpSpPr>
          <p:cNvPr id="840" name="Google Shape;840;p23"/>
          <p:cNvGrpSpPr/>
          <p:nvPr/>
        </p:nvGrpSpPr>
        <p:grpSpPr>
          <a:xfrm flipH="1">
            <a:off x="6916420" y="380544"/>
            <a:ext cx="2227588" cy="726522"/>
            <a:chOff x="3799000" y="1820400"/>
            <a:chExt cx="1039375" cy="338989"/>
          </a:xfrm>
        </p:grpSpPr>
        <p:sp>
          <p:nvSpPr>
            <p:cNvPr id="841" name="Google Shape;841;p23"/>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3"/>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3"/>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3"/>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3"/>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3"/>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3"/>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3"/>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3"/>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3"/>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3"/>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23"/>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3"/>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3"/>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3"/>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3"/>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3"/>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3"/>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3"/>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3"/>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3"/>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3"/>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3"/>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3"/>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3"/>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3"/>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3"/>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3"/>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3"/>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3"/>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3"/>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3"/>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3"/>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3"/>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3"/>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3"/>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77" name="Google Shape;877;p23"/>
          <p:cNvPicPr preferRelativeResize="0"/>
          <p:nvPr/>
        </p:nvPicPr>
        <p:blipFill>
          <a:blip r:embed="rId3">
            <a:alphaModFix/>
          </a:blip>
          <a:stretch>
            <a:fillRect/>
          </a:stretch>
        </p:blipFill>
        <p:spPr>
          <a:xfrm>
            <a:off x="7309471" y="-171325"/>
            <a:ext cx="1602225" cy="1148801"/>
          </a:xfrm>
          <a:prstGeom prst="rect">
            <a:avLst/>
          </a:prstGeom>
          <a:noFill/>
          <a:ln>
            <a:noFill/>
          </a:ln>
        </p:spPr>
      </p:pic>
      <p:pic>
        <p:nvPicPr>
          <p:cNvPr id="878" name="Google Shape;878;p23"/>
          <p:cNvPicPr preferRelativeResize="0"/>
          <p:nvPr/>
        </p:nvPicPr>
        <p:blipFill>
          <a:blip r:embed="rId4">
            <a:alphaModFix/>
          </a:blip>
          <a:stretch>
            <a:fillRect/>
          </a:stretch>
        </p:blipFill>
        <p:spPr>
          <a:xfrm flipH="1">
            <a:off x="445963" y="3471263"/>
            <a:ext cx="921650" cy="1215676"/>
          </a:xfrm>
          <a:prstGeom prst="rect">
            <a:avLst/>
          </a:prstGeom>
          <a:noFill/>
          <a:ln>
            <a:noFill/>
          </a:ln>
        </p:spPr>
      </p:pic>
      <p:grpSp>
        <p:nvGrpSpPr>
          <p:cNvPr id="879" name="Google Shape;879;p23"/>
          <p:cNvGrpSpPr/>
          <p:nvPr/>
        </p:nvGrpSpPr>
        <p:grpSpPr>
          <a:xfrm flipH="1">
            <a:off x="-206996" y="-68959"/>
            <a:ext cx="2227588" cy="726522"/>
            <a:chOff x="3620725" y="372750"/>
            <a:chExt cx="1039375" cy="338989"/>
          </a:xfrm>
        </p:grpSpPr>
        <p:sp>
          <p:nvSpPr>
            <p:cNvPr id="880" name="Google Shape;880;p23"/>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3"/>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3"/>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3"/>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3"/>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3"/>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3"/>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23"/>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23"/>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23"/>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23"/>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23"/>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3"/>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3"/>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3"/>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3"/>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3"/>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23"/>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23"/>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3"/>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3"/>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3"/>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3"/>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3"/>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3"/>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3"/>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3"/>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3"/>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3"/>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3"/>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3"/>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3"/>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3"/>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3"/>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3"/>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3"/>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3"/>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7" name="Google Shape;917;p23"/>
          <p:cNvSpPr/>
          <p:nvPr/>
        </p:nvSpPr>
        <p:spPr>
          <a:xfrm rot="10800000">
            <a:off x="39205" y="-757722"/>
            <a:ext cx="1735200" cy="1735200"/>
          </a:xfrm>
          <a:prstGeom prst="blockArc">
            <a:avLst>
              <a:gd fmla="val 5958233" name="adj1"/>
              <a:gd fmla="val 2313425" name="adj2"/>
              <a:gd fmla="val 2288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3"/>
          <p:cNvSpPr/>
          <p:nvPr/>
        </p:nvSpPr>
        <p:spPr>
          <a:xfrm rot="10800000">
            <a:off x="255950" y="-712275"/>
            <a:ext cx="1643700" cy="1644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9" name="Google Shape;919;p23"/>
          <p:cNvPicPr preferRelativeResize="0"/>
          <p:nvPr/>
        </p:nvPicPr>
        <p:blipFill>
          <a:blip r:embed="rId3">
            <a:alphaModFix/>
          </a:blip>
          <a:stretch>
            <a:fillRect/>
          </a:stretch>
        </p:blipFill>
        <p:spPr>
          <a:xfrm>
            <a:off x="6118787" y="253415"/>
            <a:ext cx="797650" cy="571922"/>
          </a:xfrm>
          <a:prstGeom prst="rect">
            <a:avLst/>
          </a:prstGeom>
          <a:noFill/>
          <a:ln>
            <a:noFill/>
          </a:ln>
        </p:spPr>
      </p:pic>
      <p:pic>
        <p:nvPicPr>
          <p:cNvPr id="920" name="Google Shape;920;p23"/>
          <p:cNvPicPr preferRelativeResize="0"/>
          <p:nvPr/>
        </p:nvPicPr>
        <p:blipFill>
          <a:blip r:embed="rId3">
            <a:alphaModFix/>
          </a:blip>
          <a:stretch>
            <a:fillRect/>
          </a:stretch>
        </p:blipFill>
        <p:spPr>
          <a:xfrm>
            <a:off x="8374050" y="1410474"/>
            <a:ext cx="1052700" cy="754798"/>
          </a:xfrm>
          <a:prstGeom prst="rect">
            <a:avLst/>
          </a:prstGeom>
          <a:noFill/>
          <a:ln>
            <a:noFill/>
          </a:ln>
        </p:spPr>
      </p:pic>
      <p:pic>
        <p:nvPicPr>
          <p:cNvPr id="921" name="Google Shape;921;p23"/>
          <p:cNvPicPr preferRelativeResize="0"/>
          <p:nvPr/>
        </p:nvPicPr>
        <p:blipFill>
          <a:blip r:embed="rId3">
            <a:alphaModFix/>
          </a:blip>
          <a:stretch>
            <a:fillRect/>
          </a:stretch>
        </p:blipFill>
        <p:spPr>
          <a:xfrm flipH="1">
            <a:off x="1433887" y="4366815"/>
            <a:ext cx="797650" cy="571922"/>
          </a:xfrm>
          <a:prstGeom prst="rect">
            <a:avLst/>
          </a:prstGeom>
          <a:noFill/>
          <a:ln>
            <a:noFill/>
          </a:ln>
        </p:spPr>
      </p:pic>
      <p:pic>
        <p:nvPicPr>
          <p:cNvPr id="922" name="Google Shape;922;p23"/>
          <p:cNvPicPr preferRelativeResize="0"/>
          <p:nvPr/>
        </p:nvPicPr>
        <p:blipFill>
          <a:blip r:embed="rId3">
            <a:alphaModFix/>
          </a:blip>
          <a:stretch>
            <a:fillRect/>
          </a:stretch>
        </p:blipFill>
        <p:spPr>
          <a:xfrm flipH="1">
            <a:off x="-526681" y="2545244"/>
            <a:ext cx="1164725" cy="835101"/>
          </a:xfrm>
          <a:prstGeom prst="rect">
            <a:avLst/>
          </a:prstGeom>
          <a:noFill/>
          <a:ln>
            <a:noFill/>
          </a:ln>
        </p:spPr>
      </p:pic>
      <p:grpSp>
        <p:nvGrpSpPr>
          <p:cNvPr id="923" name="Google Shape;923;p23"/>
          <p:cNvGrpSpPr/>
          <p:nvPr/>
        </p:nvGrpSpPr>
        <p:grpSpPr>
          <a:xfrm>
            <a:off x="6889313" y="4472001"/>
            <a:ext cx="2227588" cy="726522"/>
            <a:chOff x="5608450" y="1680311"/>
            <a:chExt cx="1039375" cy="338989"/>
          </a:xfrm>
        </p:grpSpPr>
        <p:sp>
          <p:nvSpPr>
            <p:cNvPr id="924" name="Google Shape;924;p23"/>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3"/>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3"/>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3"/>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3"/>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3"/>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3"/>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3"/>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3"/>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3"/>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3"/>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3"/>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3"/>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3"/>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3"/>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3"/>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3"/>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3"/>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3"/>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3"/>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3"/>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3"/>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3"/>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3"/>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3"/>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3"/>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3"/>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3"/>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3"/>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3"/>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3"/>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3"/>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3"/>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3"/>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3"/>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3"/>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960" name="Shape 960"/>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961" name="Shape 961"/>
        <p:cNvGrpSpPr/>
        <p:nvPr/>
      </p:nvGrpSpPr>
      <p:grpSpPr>
        <a:xfrm>
          <a:off x="0" y="0"/>
          <a:ext cx="0" cy="0"/>
          <a:chOff x="0" y="0"/>
          <a:chExt cx="0" cy="0"/>
        </a:xfrm>
      </p:grpSpPr>
      <p:sp>
        <p:nvSpPr>
          <p:cNvPr id="962" name="Google Shape;962;p25"/>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963" name="Google Shape;963;p25"/>
          <p:cNvSpPr txBox="1"/>
          <p:nvPr>
            <p:ph idx="2" type="title"/>
          </p:nvPr>
        </p:nvSpPr>
        <p:spPr>
          <a:xfrm>
            <a:off x="2131850" y="1707300"/>
            <a:ext cx="21096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64" name="Google Shape;964;p25"/>
          <p:cNvSpPr txBox="1"/>
          <p:nvPr>
            <p:ph idx="1" type="subTitle"/>
          </p:nvPr>
        </p:nvSpPr>
        <p:spPr>
          <a:xfrm>
            <a:off x="2131850" y="2129781"/>
            <a:ext cx="2109600" cy="61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5" name="Google Shape;965;p25"/>
          <p:cNvSpPr txBox="1"/>
          <p:nvPr>
            <p:ph idx="3" type="title"/>
          </p:nvPr>
        </p:nvSpPr>
        <p:spPr>
          <a:xfrm>
            <a:off x="5792350" y="1707300"/>
            <a:ext cx="21096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66" name="Google Shape;966;p25"/>
          <p:cNvSpPr txBox="1"/>
          <p:nvPr>
            <p:ph idx="4" type="subTitle"/>
          </p:nvPr>
        </p:nvSpPr>
        <p:spPr>
          <a:xfrm>
            <a:off x="5792350" y="2129781"/>
            <a:ext cx="2109600" cy="61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7" name="Google Shape;967;p25"/>
          <p:cNvSpPr txBox="1"/>
          <p:nvPr>
            <p:ph idx="5" type="title"/>
          </p:nvPr>
        </p:nvSpPr>
        <p:spPr>
          <a:xfrm>
            <a:off x="2131850" y="2954144"/>
            <a:ext cx="21096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68" name="Google Shape;968;p25"/>
          <p:cNvSpPr txBox="1"/>
          <p:nvPr>
            <p:ph idx="6" type="subTitle"/>
          </p:nvPr>
        </p:nvSpPr>
        <p:spPr>
          <a:xfrm>
            <a:off x="2131850" y="3376625"/>
            <a:ext cx="2109600" cy="61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69" name="Google Shape;969;p25"/>
          <p:cNvSpPr txBox="1"/>
          <p:nvPr>
            <p:ph idx="7" type="title"/>
          </p:nvPr>
        </p:nvSpPr>
        <p:spPr>
          <a:xfrm>
            <a:off x="5792350" y="2954144"/>
            <a:ext cx="21096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70" name="Google Shape;970;p25"/>
          <p:cNvSpPr txBox="1"/>
          <p:nvPr>
            <p:ph idx="8" type="subTitle"/>
          </p:nvPr>
        </p:nvSpPr>
        <p:spPr>
          <a:xfrm>
            <a:off x="5792350" y="3376626"/>
            <a:ext cx="2109600" cy="61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1" name="Google Shape;971;p25"/>
          <p:cNvSpPr txBox="1"/>
          <p:nvPr>
            <p:ph hasCustomPrompt="1" idx="9" type="title"/>
          </p:nvPr>
        </p:nvSpPr>
        <p:spPr>
          <a:xfrm>
            <a:off x="1242350" y="1951588"/>
            <a:ext cx="813300" cy="4809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4"/>
              </a:buClr>
              <a:buSzPts val="4800"/>
              <a:buNone/>
              <a:defRPr sz="3000"/>
            </a:lvl1pPr>
            <a:lvl2pPr lvl="1" algn="ctr">
              <a:spcBef>
                <a:spcPts val="0"/>
              </a:spcBef>
              <a:spcAft>
                <a:spcPts val="0"/>
              </a:spcAft>
              <a:buClr>
                <a:schemeClr val="accent4"/>
              </a:buClr>
              <a:buSzPts val="4800"/>
              <a:buNone/>
              <a:defRPr sz="4800">
                <a:solidFill>
                  <a:schemeClr val="accent4"/>
                </a:solidFill>
              </a:defRPr>
            </a:lvl2pPr>
            <a:lvl3pPr lvl="2" algn="ctr">
              <a:spcBef>
                <a:spcPts val="0"/>
              </a:spcBef>
              <a:spcAft>
                <a:spcPts val="0"/>
              </a:spcAft>
              <a:buClr>
                <a:schemeClr val="accent4"/>
              </a:buClr>
              <a:buSzPts val="4800"/>
              <a:buNone/>
              <a:defRPr sz="4800">
                <a:solidFill>
                  <a:schemeClr val="accent4"/>
                </a:solidFill>
              </a:defRPr>
            </a:lvl3pPr>
            <a:lvl4pPr lvl="3" algn="ctr">
              <a:spcBef>
                <a:spcPts val="0"/>
              </a:spcBef>
              <a:spcAft>
                <a:spcPts val="0"/>
              </a:spcAft>
              <a:buClr>
                <a:schemeClr val="accent4"/>
              </a:buClr>
              <a:buSzPts val="4800"/>
              <a:buNone/>
              <a:defRPr sz="4800">
                <a:solidFill>
                  <a:schemeClr val="accent4"/>
                </a:solidFill>
              </a:defRPr>
            </a:lvl4pPr>
            <a:lvl5pPr lvl="4" algn="ctr">
              <a:spcBef>
                <a:spcPts val="0"/>
              </a:spcBef>
              <a:spcAft>
                <a:spcPts val="0"/>
              </a:spcAft>
              <a:buClr>
                <a:schemeClr val="accent4"/>
              </a:buClr>
              <a:buSzPts val="4800"/>
              <a:buNone/>
              <a:defRPr sz="4800">
                <a:solidFill>
                  <a:schemeClr val="accent4"/>
                </a:solidFill>
              </a:defRPr>
            </a:lvl5pPr>
            <a:lvl6pPr lvl="5" algn="ctr">
              <a:spcBef>
                <a:spcPts val="0"/>
              </a:spcBef>
              <a:spcAft>
                <a:spcPts val="0"/>
              </a:spcAft>
              <a:buClr>
                <a:schemeClr val="accent4"/>
              </a:buClr>
              <a:buSzPts val="4800"/>
              <a:buNone/>
              <a:defRPr sz="4800">
                <a:solidFill>
                  <a:schemeClr val="accent4"/>
                </a:solidFill>
              </a:defRPr>
            </a:lvl6pPr>
            <a:lvl7pPr lvl="6" algn="ctr">
              <a:spcBef>
                <a:spcPts val="0"/>
              </a:spcBef>
              <a:spcAft>
                <a:spcPts val="0"/>
              </a:spcAft>
              <a:buClr>
                <a:schemeClr val="accent4"/>
              </a:buClr>
              <a:buSzPts val="4800"/>
              <a:buNone/>
              <a:defRPr sz="4800">
                <a:solidFill>
                  <a:schemeClr val="accent4"/>
                </a:solidFill>
              </a:defRPr>
            </a:lvl7pPr>
            <a:lvl8pPr lvl="7" algn="ctr">
              <a:spcBef>
                <a:spcPts val="0"/>
              </a:spcBef>
              <a:spcAft>
                <a:spcPts val="0"/>
              </a:spcAft>
              <a:buClr>
                <a:schemeClr val="accent4"/>
              </a:buClr>
              <a:buSzPts val="4800"/>
              <a:buNone/>
              <a:defRPr sz="4800">
                <a:solidFill>
                  <a:schemeClr val="accent4"/>
                </a:solidFill>
              </a:defRPr>
            </a:lvl8pPr>
            <a:lvl9pPr lvl="8" algn="ctr">
              <a:spcBef>
                <a:spcPts val="0"/>
              </a:spcBef>
              <a:spcAft>
                <a:spcPts val="0"/>
              </a:spcAft>
              <a:buClr>
                <a:schemeClr val="accent4"/>
              </a:buClr>
              <a:buSzPts val="4800"/>
              <a:buNone/>
              <a:defRPr sz="4800">
                <a:solidFill>
                  <a:schemeClr val="accent4"/>
                </a:solidFill>
              </a:defRPr>
            </a:lvl9pPr>
          </a:lstStyle>
          <a:p>
            <a:r>
              <a:t>xx%</a:t>
            </a:r>
          </a:p>
        </p:txBody>
      </p:sp>
      <p:sp>
        <p:nvSpPr>
          <p:cNvPr id="972" name="Google Shape;972;p25"/>
          <p:cNvSpPr txBox="1"/>
          <p:nvPr>
            <p:ph hasCustomPrompt="1" idx="13" type="title"/>
          </p:nvPr>
        </p:nvSpPr>
        <p:spPr>
          <a:xfrm>
            <a:off x="1242050" y="3235750"/>
            <a:ext cx="813900" cy="484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4"/>
              </a:buClr>
              <a:buSzPts val="4800"/>
              <a:buNone/>
              <a:defRPr sz="3000"/>
            </a:lvl1pPr>
            <a:lvl2pPr lvl="1" algn="ctr">
              <a:spcBef>
                <a:spcPts val="0"/>
              </a:spcBef>
              <a:spcAft>
                <a:spcPts val="0"/>
              </a:spcAft>
              <a:buClr>
                <a:schemeClr val="accent4"/>
              </a:buClr>
              <a:buSzPts val="4800"/>
              <a:buNone/>
              <a:defRPr sz="4800">
                <a:solidFill>
                  <a:schemeClr val="accent4"/>
                </a:solidFill>
              </a:defRPr>
            </a:lvl2pPr>
            <a:lvl3pPr lvl="2" algn="ctr">
              <a:spcBef>
                <a:spcPts val="0"/>
              </a:spcBef>
              <a:spcAft>
                <a:spcPts val="0"/>
              </a:spcAft>
              <a:buClr>
                <a:schemeClr val="accent4"/>
              </a:buClr>
              <a:buSzPts val="4800"/>
              <a:buNone/>
              <a:defRPr sz="4800">
                <a:solidFill>
                  <a:schemeClr val="accent4"/>
                </a:solidFill>
              </a:defRPr>
            </a:lvl3pPr>
            <a:lvl4pPr lvl="3" algn="ctr">
              <a:spcBef>
                <a:spcPts val="0"/>
              </a:spcBef>
              <a:spcAft>
                <a:spcPts val="0"/>
              </a:spcAft>
              <a:buClr>
                <a:schemeClr val="accent4"/>
              </a:buClr>
              <a:buSzPts val="4800"/>
              <a:buNone/>
              <a:defRPr sz="4800">
                <a:solidFill>
                  <a:schemeClr val="accent4"/>
                </a:solidFill>
              </a:defRPr>
            </a:lvl4pPr>
            <a:lvl5pPr lvl="4" algn="ctr">
              <a:spcBef>
                <a:spcPts val="0"/>
              </a:spcBef>
              <a:spcAft>
                <a:spcPts val="0"/>
              </a:spcAft>
              <a:buClr>
                <a:schemeClr val="accent4"/>
              </a:buClr>
              <a:buSzPts val="4800"/>
              <a:buNone/>
              <a:defRPr sz="4800">
                <a:solidFill>
                  <a:schemeClr val="accent4"/>
                </a:solidFill>
              </a:defRPr>
            </a:lvl5pPr>
            <a:lvl6pPr lvl="5" algn="ctr">
              <a:spcBef>
                <a:spcPts val="0"/>
              </a:spcBef>
              <a:spcAft>
                <a:spcPts val="0"/>
              </a:spcAft>
              <a:buClr>
                <a:schemeClr val="accent4"/>
              </a:buClr>
              <a:buSzPts val="4800"/>
              <a:buNone/>
              <a:defRPr sz="4800">
                <a:solidFill>
                  <a:schemeClr val="accent4"/>
                </a:solidFill>
              </a:defRPr>
            </a:lvl6pPr>
            <a:lvl7pPr lvl="6" algn="ctr">
              <a:spcBef>
                <a:spcPts val="0"/>
              </a:spcBef>
              <a:spcAft>
                <a:spcPts val="0"/>
              </a:spcAft>
              <a:buClr>
                <a:schemeClr val="accent4"/>
              </a:buClr>
              <a:buSzPts val="4800"/>
              <a:buNone/>
              <a:defRPr sz="4800">
                <a:solidFill>
                  <a:schemeClr val="accent4"/>
                </a:solidFill>
              </a:defRPr>
            </a:lvl7pPr>
            <a:lvl8pPr lvl="7" algn="ctr">
              <a:spcBef>
                <a:spcPts val="0"/>
              </a:spcBef>
              <a:spcAft>
                <a:spcPts val="0"/>
              </a:spcAft>
              <a:buClr>
                <a:schemeClr val="accent4"/>
              </a:buClr>
              <a:buSzPts val="4800"/>
              <a:buNone/>
              <a:defRPr sz="4800">
                <a:solidFill>
                  <a:schemeClr val="accent4"/>
                </a:solidFill>
              </a:defRPr>
            </a:lvl8pPr>
            <a:lvl9pPr lvl="8" algn="ctr">
              <a:spcBef>
                <a:spcPts val="0"/>
              </a:spcBef>
              <a:spcAft>
                <a:spcPts val="0"/>
              </a:spcAft>
              <a:buClr>
                <a:schemeClr val="accent4"/>
              </a:buClr>
              <a:buSzPts val="4800"/>
              <a:buNone/>
              <a:defRPr sz="4800">
                <a:solidFill>
                  <a:schemeClr val="accent4"/>
                </a:solidFill>
              </a:defRPr>
            </a:lvl9pPr>
          </a:lstStyle>
          <a:p>
            <a:r>
              <a:t>xx%</a:t>
            </a:r>
          </a:p>
        </p:txBody>
      </p:sp>
      <p:sp>
        <p:nvSpPr>
          <p:cNvPr id="973" name="Google Shape;973;p25"/>
          <p:cNvSpPr txBox="1"/>
          <p:nvPr>
            <p:ph hasCustomPrompt="1" idx="14" type="title"/>
          </p:nvPr>
        </p:nvSpPr>
        <p:spPr>
          <a:xfrm>
            <a:off x="4902258" y="1949763"/>
            <a:ext cx="813900" cy="484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4"/>
              </a:buClr>
              <a:buSzPts val="4800"/>
              <a:buNone/>
              <a:defRPr sz="3000"/>
            </a:lvl1pPr>
            <a:lvl2pPr lvl="1" algn="ctr">
              <a:spcBef>
                <a:spcPts val="0"/>
              </a:spcBef>
              <a:spcAft>
                <a:spcPts val="0"/>
              </a:spcAft>
              <a:buClr>
                <a:schemeClr val="accent4"/>
              </a:buClr>
              <a:buSzPts val="4800"/>
              <a:buNone/>
              <a:defRPr sz="4800">
                <a:solidFill>
                  <a:schemeClr val="accent4"/>
                </a:solidFill>
              </a:defRPr>
            </a:lvl2pPr>
            <a:lvl3pPr lvl="2" algn="ctr">
              <a:spcBef>
                <a:spcPts val="0"/>
              </a:spcBef>
              <a:spcAft>
                <a:spcPts val="0"/>
              </a:spcAft>
              <a:buClr>
                <a:schemeClr val="accent4"/>
              </a:buClr>
              <a:buSzPts val="4800"/>
              <a:buNone/>
              <a:defRPr sz="4800">
                <a:solidFill>
                  <a:schemeClr val="accent4"/>
                </a:solidFill>
              </a:defRPr>
            </a:lvl3pPr>
            <a:lvl4pPr lvl="3" algn="ctr">
              <a:spcBef>
                <a:spcPts val="0"/>
              </a:spcBef>
              <a:spcAft>
                <a:spcPts val="0"/>
              </a:spcAft>
              <a:buClr>
                <a:schemeClr val="accent4"/>
              </a:buClr>
              <a:buSzPts val="4800"/>
              <a:buNone/>
              <a:defRPr sz="4800">
                <a:solidFill>
                  <a:schemeClr val="accent4"/>
                </a:solidFill>
              </a:defRPr>
            </a:lvl4pPr>
            <a:lvl5pPr lvl="4" algn="ctr">
              <a:spcBef>
                <a:spcPts val="0"/>
              </a:spcBef>
              <a:spcAft>
                <a:spcPts val="0"/>
              </a:spcAft>
              <a:buClr>
                <a:schemeClr val="accent4"/>
              </a:buClr>
              <a:buSzPts val="4800"/>
              <a:buNone/>
              <a:defRPr sz="4800">
                <a:solidFill>
                  <a:schemeClr val="accent4"/>
                </a:solidFill>
              </a:defRPr>
            </a:lvl5pPr>
            <a:lvl6pPr lvl="5" algn="ctr">
              <a:spcBef>
                <a:spcPts val="0"/>
              </a:spcBef>
              <a:spcAft>
                <a:spcPts val="0"/>
              </a:spcAft>
              <a:buClr>
                <a:schemeClr val="accent4"/>
              </a:buClr>
              <a:buSzPts val="4800"/>
              <a:buNone/>
              <a:defRPr sz="4800">
                <a:solidFill>
                  <a:schemeClr val="accent4"/>
                </a:solidFill>
              </a:defRPr>
            </a:lvl6pPr>
            <a:lvl7pPr lvl="6" algn="ctr">
              <a:spcBef>
                <a:spcPts val="0"/>
              </a:spcBef>
              <a:spcAft>
                <a:spcPts val="0"/>
              </a:spcAft>
              <a:buClr>
                <a:schemeClr val="accent4"/>
              </a:buClr>
              <a:buSzPts val="4800"/>
              <a:buNone/>
              <a:defRPr sz="4800">
                <a:solidFill>
                  <a:schemeClr val="accent4"/>
                </a:solidFill>
              </a:defRPr>
            </a:lvl7pPr>
            <a:lvl8pPr lvl="7" algn="ctr">
              <a:spcBef>
                <a:spcPts val="0"/>
              </a:spcBef>
              <a:spcAft>
                <a:spcPts val="0"/>
              </a:spcAft>
              <a:buClr>
                <a:schemeClr val="accent4"/>
              </a:buClr>
              <a:buSzPts val="4800"/>
              <a:buNone/>
              <a:defRPr sz="4800">
                <a:solidFill>
                  <a:schemeClr val="accent4"/>
                </a:solidFill>
              </a:defRPr>
            </a:lvl8pPr>
            <a:lvl9pPr lvl="8" algn="ctr">
              <a:spcBef>
                <a:spcPts val="0"/>
              </a:spcBef>
              <a:spcAft>
                <a:spcPts val="0"/>
              </a:spcAft>
              <a:buClr>
                <a:schemeClr val="accent4"/>
              </a:buClr>
              <a:buSzPts val="4800"/>
              <a:buNone/>
              <a:defRPr sz="4800">
                <a:solidFill>
                  <a:schemeClr val="accent4"/>
                </a:solidFill>
              </a:defRPr>
            </a:lvl9pPr>
          </a:lstStyle>
          <a:p>
            <a:r>
              <a:t>xx%</a:t>
            </a:r>
          </a:p>
        </p:txBody>
      </p:sp>
      <p:sp>
        <p:nvSpPr>
          <p:cNvPr id="974" name="Google Shape;974;p25"/>
          <p:cNvSpPr txBox="1"/>
          <p:nvPr>
            <p:ph hasCustomPrompt="1" idx="15" type="title"/>
          </p:nvPr>
        </p:nvSpPr>
        <p:spPr>
          <a:xfrm>
            <a:off x="4902258" y="3238663"/>
            <a:ext cx="813900" cy="4845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4"/>
              </a:buClr>
              <a:buSzPts val="4800"/>
              <a:buNone/>
              <a:defRPr sz="3000"/>
            </a:lvl1pPr>
            <a:lvl2pPr lvl="1" algn="ctr">
              <a:spcBef>
                <a:spcPts val="0"/>
              </a:spcBef>
              <a:spcAft>
                <a:spcPts val="0"/>
              </a:spcAft>
              <a:buClr>
                <a:schemeClr val="accent4"/>
              </a:buClr>
              <a:buSzPts val="4800"/>
              <a:buNone/>
              <a:defRPr sz="4800">
                <a:solidFill>
                  <a:schemeClr val="accent4"/>
                </a:solidFill>
              </a:defRPr>
            </a:lvl2pPr>
            <a:lvl3pPr lvl="2" algn="ctr">
              <a:spcBef>
                <a:spcPts val="0"/>
              </a:spcBef>
              <a:spcAft>
                <a:spcPts val="0"/>
              </a:spcAft>
              <a:buClr>
                <a:schemeClr val="accent4"/>
              </a:buClr>
              <a:buSzPts val="4800"/>
              <a:buNone/>
              <a:defRPr sz="4800">
                <a:solidFill>
                  <a:schemeClr val="accent4"/>
                </a:solidFill>
              </a:defRPr>
            </a:lvl3pPr>
            <a:lvl4pPr lvl="3" algn="ctr">
              <a:spcBef>
                <a:spcPts val="0"/>
              </a:spcBef>
              <a:spcAft>
                <a:spcPts val="0"/>
              </a:spcAft>
              <a:buClr>
                <a:schemeClr val="accent4"/>
              </a:buClr>
              <a:buSzPts val="4800"/>
              <a:buNone/>
              <a:defRPr sz="4800">
                <a:solidFill>
                  <a:schemeClr val="accent4"/>
                </a:solidFill>
              </a:defRPr>
            </a:lvl4pPr>
            <a:lvl5pPr lvl="4" algn="ctr">
              <a:spcBef>
                <a:spcPts val="0"/>
              </a:spcBef>
              <a:spcAft>
                <a:spcPts val="0"/>
              </a:spcAft>
              <a:buClr>
                <a:schemeClr val="accent4"/>
              </a:buClr>
              <a:buSzPts val="4800"/>
              <a:buNone/>
              <a:defRPr sz="4800">
                <a:solidFill>
                  <a:schemeClr val="accent4"/>
                </a:solidFill>
              </a:defRPr>
            </a:lvl5pPr>
            <a:lvl6pPr lvl="5" algn="ctr">
              <a:spcBef>
                <a:spcPts val="0"/>
              </a:spcBef>
              <a:spcAft>
                <a:spcPts val="0"/>
              </a:spcAft>
              <a:buClr>
                <a:schemeClr val="accent4"/>
              </a:buClr>
              <a:buSzPts val="4800"/>
              <a:buNone/>
              <a:defRPr sz="4800">
                <a:solidFill>
                  <a:schemeClr val="accent4"/>
                </a:solidFill>
              </a:defRPr>
            </a:lvl6pPr>
            <a:lvl7pPr lvl="6" algn="ctr">
              <a:spcBef>
                <a:spcPts val="0"/>
              </a:spcBef>
              <a:spcAft>
                <a:spcPts val="0"/>
              </a:spcAft>
              <a:buClr>
                <a:schemeClr val="accent4"/>
              </a:buClr>
              <a:buSzPts val="4800"/>
              <a:buNone/>
              <a:defRPr sz="4800">
                <a:solidFill>
                  <a:schemeClr val="accent4"/>
                </a:solidFill>
              </a:defRPr>
            </a:lvl7pPr>
            <a:lvl8pPr lvl="7" algn="ctr">
              <a:spcBef>
                <a:spcPts val="0"/>
              </a:spcBef>
              <a:spcAft>
                <a:spcPts val="0"/>
              </a:spcAft>
              <a:buClr>
                <a:schemeClr val="accent4"/>
              </a:buClr>
              <a:buSzPts val="4800"/>
              <a:buNone/>
              <a:defRPr sz="4800">
                <a:solidFill>
                  <a:schemeClr val="accent4"/>
                </a:solidFill>
              </a:defRPr>
            </a:lvl8pPr>
            <a:lvl9pPr lvl="8" algn="ctr">
              <a:spcBef>
                <a:spcPts val="0"/>
              </a:spcBef>
              <a:spcAft>
                <a:spcPts val="0"/>
              </a:spcAft>
              <a:buClr>
                <a:schemeClr val="accent4"/>
              </a:buClr>
              <a:buSzPts val="4800"/>
              <a:buNone/>
              <a:defRPr sz="4800">
                <a:solidFill>
                  <a:schemeClr val="accent4"/>
                </a:solidFill>
              </a:defRPr>
            </a:lvl9pPr>
          </a:lstStyle>
          <a:p>
            <a:r>
              <a:t>xx%</a:t>
            </a:r>
          </a:p>
        </p:txBody>
      </p:sp>
      <p:pic>
        <p:nvPicPr>
          <p:cNvPr id="975" name="Google Shape;975;p25"/>
          <p:cNvPicPr preferRelativeResize="0"/>
          <p:nvPr/>
        </p:nvPicPr>
        <p:blipFill>
          <a:blip r:embed="rId2">
            <a:alphaModFix/>
          </a:blip>
          <a:stretch>
            <a:fillRect/>
          </a:stretch>
        </p:blipFill>
        <p:spPr>
          <a:xfrm flipH="1">
            <a:off x="-1537325" y="3653261"/>
            <a:ext cx="2885125" cy="1921485"/>
          </a:xfrm>
          <a:prstGeom prst="rect">
            <a:avLst/>
          </a:prstGeom>
          <a:noFill/>
          <a:ln>
            <a:noFill/>
          </a:ln>
        </p:spPr>
      </p:pic>
      <p:grpSp>
        <p:nvGrpSpPr>
          <p:cNvPr id="976" name="Google Shape;976;p25"/>
          <p:cNvGrpSpPr/>
          <p:nvPr/>
        </p:nvGrpSpPr>
        <p:grpSpPr>
          <a:xfrm rot="5400000">
            <a:off x="-1082747" y="1310115"/>
            <a:ext cx="2227588" cy="726522"/>
            <a:chOff x="3857800" y="1143286"/>
            <a:chExt cx="1039375" cy="338989"/>
          </a:xfrm>
        </p:grpSpPr>
        <p:sp>
          <p:nvSpPr>
            <p:cNvPr id="977" name="Google Shape;977;p25"/>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5"/>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5"/>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5"/>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5"/>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5"/>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5"/>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5"/>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5"/>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5"/>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5"/>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5"/>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25"/>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25"/>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25"/>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25"/>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25"/>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5"/>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5"/>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5"/>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5"/>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5"/>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5"/>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5"/>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5"/>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5"/>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5"/>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5"/>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5"/>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5"/>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7" name="Google Shape;1007;p25"/>
          <p:cNvGrpSpPr/>
          <p:nvPr/>
        </p:nvGrpSpPr>
        <p:grpSpPr>
          <a:xfrm flipH="1">
            <a:off x="8430779" y="791666"/>
            <a:ext cx="2227588" cy="726522"/>
            <a:chOff x="3620725" y="372750"/>
            <a:chExt cx="1039375" cy="338989"/>
          </a:xfrm>
        </p:grpSpPr>
        <p:sp>
          <p:nvSpPr>
            <p:cNvPr id="1008" name="Google Shape;1008;p25"/>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5"/>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5"/>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5"/>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5"/>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5"/>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5"/>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5"/>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5"/>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5"/>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5"/>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5"/>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5"/>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5"/>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5"/>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5"/>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5"/>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5"/>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5"/>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5"/>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5"/>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5"/>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5"/>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5"/>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5"/>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5"/>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5"/>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5"/>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5"/>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5"/>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5"/>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5"/>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5"/>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1" name="Google Shape;1041;p25"/>
          <p:cNvSpPr/>
          <p:nvPr/>
        </p:nvSpPr>
        <p:spPr>
          <a:xfrm rot="8403335">
            <a:off x="-394847" y="-476389"/>
            <a:ext cx="1410650" cy="1410650"/>
          </a:xfrm>
          <a:prstGeom prst="blockArc">
            <a:avLst>
              <a:gd fmla="val 10800000" name="adj1"/>
              <a:gd fmla="val 138617" name="adj2"/>
              <a:gd fmla="val 2112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5"/>
          <p:cNvSpPr/>
          <p:nvPr/>
        </p:nvSpPr>
        <p:spPr>
          <a:xfrm>
            <a:off x="-395376" y="-217925"/>
            <a:ext cx="1331400" cy="1331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3" name="Google Shape;1043;p25"/>
          <p:cNvGrpSpPr/>
          <p:nvPr/>
        </p:nvGrpSpPr>
        <p:grpSpPr>
          <a:xfrm>
            <a:off x="7753454" y="-41534"/>
            <a:ext cx="2227588" cy="726522"/>
            <a:chOff x="3620725" y="372750"/>
            <a:chExt cx="1039375" cy="338989"/>
          </a:xfrm>
        </p:grpSpPr>
        <p:sp>
          <p:nvSpPr>
            <p:cNvPr id="1044" name="Google Shape;1044;p25"/>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5"/>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5"/>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5"/>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5"/>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25"/>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5"/>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5"/>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5"/>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5"/>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5"/>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5"/>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5"/>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5"/>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5"/>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25"/>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25"/>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25"/>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5"/>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5"/>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5"/>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5"/>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5"/>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5"/>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5"/>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5"/>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5"/>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5"/>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5"/>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5"/>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5"/>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5"/>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5"/>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5"/>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5"/>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5"/>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5"/>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081" name="Google Shape;1081;p25"/>
          <p:cNvPicPr preferRelativeResize="0"/>
          <p:nvPr/>
        </p:nvPicPr>
        <p:blipFill>
          <a:blip r:embed="rId3">
            <a:alphaModFix/>
          </a:blip>
          <a:stretch>
            <a:fillRect/>
          </a:stretch>
        </p:blipFill>
        <p:spPr>
          <a:xfrm>
            <a:off x="118850" y="3899975"/>
            <a:ext cx="1041075" cy="1090000"/>
          </a:xfrm>
          <a:prstGeom prst="rect">
            <a:avLst/>
          </a:prstGeom>
          <a:noFill/>
          <a:ln>
            <a:noFill/>
          </a:ln>
        </p:spPr>
      </p:pic>
      <p:grpSp>
        <p:nvGrpSpPr>
          <p:cNvPr id="1082" name="Google Shape;1082;p25"/>
          <p:cNvGrpSpPr/>
          <p:nvPr/>
        </p:nvGrpSpPr>
        <p:grpSpPr>
          <a:xfrm>
            <a:off x="782362" y="4049869"/>
            <a:ext cx="317072" cy="126020"/>
            <a:chOff x="4481802" y="1143286"/>
            <a:chExt cx="147943" cy="58800"/>
          </a:xfrm>
        </p:grpSpPr>
        <p:sp>
          <p:nvSpPr>
            <p:cNvPr id="1083" name="Google Shape;1083;p25"/>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5"/>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5" name="Google Shape;1085;p25"/>
          <p:cNvGrpSpPr/>
          <p:nvPr/>
        </p:nvGrpSpPr>
        <p:grpSpPr>
          <a:xfrm>
            <a:off x="4850553" y="4656385"/>
            <a:ext cx="2227589" cy="726958"/>
            <a:chOff x="6972150" y="711750"/>
            <a:chExt cx="1039375" cy="339193"/>
          </a:xfrm>
        </p:grpSpPr>
        <p:sp>
          <p:nvSpPr>
            <p:cNvPr id="1086" name="Google Shape;1086;p25"/>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5"/>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5"/>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5"/>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5"/>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5"/>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5"/>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5"/>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5"/>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5"/>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5"/>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5"/>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5"/>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5"/>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5"/>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5"/>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5"/>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5"/>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5"/>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5"/>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5"/>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5"/>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5"/>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5"/>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5"/>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5"/>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5"/>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5"/>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5"/>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5"/>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5"/>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17" name="Google Shape;1117;p25"/>
          <p:cNvPicPr preferRelativeResize="0"/>
          <p:nvPr/>
        </p:nvPicPr>
        <p:blipFill>
          <a:blip r:embed="rId4">
            <a:alphaModFix/>
          </a:blip>
          <a:stretch>
            <a:fillRect/>
          </a:stretch>
        </p:blipFill>
        <p:spPr>
          <a:xfrm>
            <a:off x="7871775" y="280525"/>
            <a:ext cx="923250" cy="1217750"/>
          </a:xfrm>
          <a:prstGeom prst="rect">
            <a:avLst/>
          </a:prstGeom>
          <a:noFill/>
          <a:ln>
            <a:noFill/>
          </a:ln>
        </p:spPr>
      </p:pic>
      <p:sp>
        <p:nvSpPr>
          <p:cNvPr id="1118" name="Google Shape;1118;p25"/>
          <p:cNvSpPr/>
          <p:nvPr/>
        </p:nvSpPr>
        <p:spPr>
          <a:xfrm rot="999904">
            <a:off x="3358951" y="4439227"/>
            <a:ext cx="2408148" cy="2408148"/>
          </a:xfrm>
          <a:prstGeom prst="blockArc">
            <a:avLst>
              <a:gd fmla="val 10800000" name="adj1"/>
              <a:gd fmla="val 122097" name="adj2"/>
              <a:gd fmla="val 1551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_1">
    <p:spTree>
      <p:nvGrpSpPr>
        <p:cNvPr id="1119" name="Shape 1119"/>
        <p:cNvGrpSpPr/>
        <p:nvPr/>
      </p:nvGrpSpPr>
      <p:grpSpPr>
        <a:xfrm>
          <a:off x="0" y="0"/>
          <a:ext cx="0" cy="0"/>
          <a:chOff x="0" y="0"/>
          <a:chExt cx="0" cy="0"/>
        </a:xfrm>
      </p:grpSpPr>
      <p:sp>
        <p:nvSpPr>
          <p:cNvPr id="1120" name="Google Shape;1120;p26"/>
          <p:cNvSpPr txBox="1"/>
          <p:nvPr>
            <p:ph type="title"/>
          </p:nvPr>
        </p:nvSpPr>
        <p:spPr>
          <a:xfrm>
            <a:off x="1000772" y="2773363"/>
            <a:ext cx="3567600" cy="9234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121" name="Google Shape;1121;p26"/>
          <p:cNvSpPr txBox="1"/>
          <p:nvPr>
            <p:ph hasCustomPrompt="1" idx="2" type="title"/>
          </p:nvPr>
        </p:nvSpPr>
        <p:spPr>
          <a:xfrm>
            <a:off x="2160366" y="1306338"/>
            <a:ext cx="1248300" cy="917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2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22" name="Google Shape;1122;p26"/>
          <p:cNvSpPr txBox="1"/>
          <p:nvPr>
            <p:ph idx="1" type="subTitle"/>
          </p:nvPr>
        </p:nvSpPr>
        <p:spPr>
          <a:xfrm>
            <a:off x="1410216" y="3586944"/>
            <a:ext cx="2748600" cy="713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23" name="Google Shape;1123;p26"/>
          <p:cNvSpPr/>
          <p:nvPr/>
        </p:nvSpPr>
        <p:spPr>
          <a:xfrm>
            <a:off x="4902603" y="-760147"/>
            <a:ext cx="1602300" cy="160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6"/>
          <p:cNvSpPr/>
          <p:nvPr/>
        </p:nvSpPr>
        <p:spPr>
          <a:xfrm flipH="1">
            <a:off x="-720049" y="-504550"/>
            <a:ext cx="1970400" cy="1970400"/>
          </a:xfrm>
          <a:prstGeom prst="blockArc">
            <a:avLst>
              <a:gd fmla="val 3139239" name="adj1"/>
              <a:gd fmla="val 14630311" name="adj2"/>
              <a:gd fmla="val 2349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a:off x="-944548" y="147875"/>
            <a:ext cx="1843800" cy="1843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6" name="Google Shape;1126;p26"/>
          <p:cNvGrpSpPr/>
          <p:nvPr/>
        </p:nvGrpSpPr>
        <p:grpSpPr>
          <a:xfrm flipH="1" rot="10800000">
            <a:off x="51449" y="2982274"/>
            <a:ext cx="526334" cy="2227568"/>
            <a:chOff x="9663874" y="1645892"/>
            <a:chExt cx="526334" cy="2227568"/>
          </a:xfrm>
        </p:grpSpPr>
        <p:sp>
          <p:nvSpPr>
            <p:cNvPr id="1127" name="Google Shape;1127;p26"/>
            <p:cNvSpPr/>
            <p:nvPr/>
          </p:nvSpPr>
          <p:spPr>
            <a:xfrm rot="5400000">
              <a:off x="10064208" y="355640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rot="5400000">
              <a:off x="9864041" y="374746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6"/>
            <p:cNvSpPr/>
            <p:nvPr/>
          </p:nvSpPr>
          <p:spPr>
            <a:xfrm rot="5400000">
              <a:off x="9663874" y="374746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6"/>
            <p:cNvSpPr/>
            <p:nvPr/>
          </p:nvSpPr>
          <p:spPr>
            <a:xfrm rot="5400000">
              <a:off x="9864041" y="336535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6"/>
            <p:cNvSpPr/>
            <p:nvPr/>
          </p:nvSpPr>
          <p:spPr>
            <a:xfrm rot="5400000">
              <a:off x="9663874" y="336535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p:nvPr/>
          </p:nvSpPr>
          <p:spPr>
            <a:xfrm rot="5400000">
              <a:off x="9864041" y="298325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6"/>
            <p:cNvSpPr/>
            <p:nvPr/>
          </p:nvSpPr>
          <p:spPr>
            <a:xfrm rot="5400000">
              <a:off x="9663874" y="298325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rot="5400000">
              <a:off x="9864041" y="317430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rot="5400000">
              <a:off x="9864041" y="279220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rot="5400000">
              <a:off x="9663874" y="279220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rot="5400000">
              <a:off x="10064208" y="2410098"/>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rot="5400000">
              <a:off x="10064208" y="260115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rot="5400000">
              <a:off x="9864041" y="2601150"/>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6"/>
            <p:cNvSpPr/>
            <p:nvPr/>
          </p:nvSpPr>
          <p:spPr>
            <a:xfrm rot="5400000">
              <a:off x="10064208" y="221904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6"/>
            <p:cNvSpPr/>
            <p:nvPr/>
          </p:nvSpPr>
          <p:spPr>
            <a:xfrm rot="5400000">
              <a:off x="9864041" y="2219047"/>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rot="5400000">
              <a:off x="10064208" y="183694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6"/>
            <p:cNvSpPr/>
            <p:nvPr/>
          </p:nvSpPr>
          <p:spPr>
            <a:xfrm rot="5400000">
              <a:off x="9663874" y="1836943"/>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6"/>
            <p:cNvSpPr/>
            <p:nvPr/>
          </p:nvSpPr>
          <p:spPr>
            <a:xfrm rot="5400000">
              <a:off x="10064208" y="202799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6"/>
            <p:cNvSpPr/>
            <p:nvPr/>
          </p:nvSpPr>
          <p:spPr>
            <a:xfrm rot="5400000">
              <a:off x="9864041" y="202799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6"/>
            <p:cNvSpPr/>
            <p:nvPr/>
          </p:nvSpPr>
          <p:spPr>
            <a:xfrm rot="5400000">
              <a:off x="9663874" y="202799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6"/>
            <p:cNvSpPr/>
            <p:nvPr/>
          </p:nvSpPr>
          <p:spPr>
            <a:xfrm rot="5400000">
              <a:off x="10064208" y="164589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6"/>
            <p:cNvSpPr/>
            <p:nvPr/>
          </p:nvSpPr>
          <p:spPr>
            <a:xfrm rot="5400000">
              <a:off x="9864041" y="164589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26"/>
            <p:cNvSpPr/>
            <p:nvPr/>
          </p:nvSpPr>
          <p:spPr>
            <a:xfrm rot="5400000">
              <a:off x="9663874" y="1645892"/>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0" name="Google Shape;1150;p26"/>
          <p:cNvSpPr/>
          <p:nvPr/>
        </p:nvSpPr>
        <p:spPr>
          <a:xfrm>
            <a:off x="5854026" y="386019"/>
            <a:ext cx="5011500" cy="5011500"/>
          </a:xfrm>
          <a:prstGeom prst="blockArc">
            <a:avLst>
              <a:gd fmla="val 3870717" name="adj1"/>
              <a:gd fmla="val 17792570" name="adj2"/>
              <a:gd fmla="val 6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6"/>
          <p:cNvSpPr/>
          <p:nvPr/>
        </p:nvSpPr>
        <p:spPr>
          <a:xfrm>
            <a:off x="5889126" y="254025"/>
            <a:ext cx="4348500" cy="4350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5">
    <p:spTree>
      <p:nvGrpSpPr>
        <p:cNvPr id="1152" name="Shape 1152"/>
        <p:cNvGrpSpPr/>
        <p:nvPr/>
      </p:nvGrpSpPr>
      <p:grpSpPr>
        <a:xfrm>
          <a:off x="0" y="0"/>
          <a:ext cx="0" cy="0"/>
          <a:chOff x="0" y="0"/>
          <a:chExt cx="0" cy="0"/>
        </a:xfrm>
      </p:grpSpPr>
      <p:sp>
        <p:nvSpPr>
          <p:cNvPr id="1153" name="Google Shape;1153;p27"/>
          <p:cNvSpPr txBox="1"/>
          <p:nvPr>
            <p:ph type="title"/>
          </p:nvPr>
        </p:nvSpPr>
        <p:spPr>
          <a:xfrm>
            <a:off x="713425" y="2785350"/>
            <a:ext cx="5532300" cy="5541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24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154" name="Google Shape;1154;p27"/>
          <p:cNvSpPr txBox="1"/>
          <p:nvPr>
            <p:ph idx="1" type="subTitle"/>
          </p:nvPr>
        </p:nvSpPr>
        <p:spPr>
          <a:xfrm>
            <a:off x="713400" y="1220875"/>
            <a:ext cx="5532300" cy="15699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1400"/>
              <a:buNone/>
              <a:defRPr sz="3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155" name="Google Shape;1155;p27"/>
          <p:cNvGrpSpPr/>
          <p:nvPr/>
        </p:nvGrpSpPr>
        <p:grpSpPr>
          <a:xfrm>
            <a:off x="6790803" y="4327010"/>
            <a:ext cx="2227589" cy="726958"/>
            <a:chOff x="6972150" y="711750"/>
            <a:chExt cx="1039375" cy="339193"/>
          </a:xfrm>
        </p:grpSpPr>
        <p:sp>
          <p:nvSpPr>
            <p:cNvPr id="1156" name="Google Shape;1156;p27"/>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7"/>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27"/>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7"/>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7"/>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7"/>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7"/>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7"/>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7"/>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7"/>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7"/>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7"/>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7"/>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7"/>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7"/>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7"/>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7"/>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7"/>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7"/>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7"/>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7"/>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7"/>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7"/>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7"/>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7"/>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8" name="Google Shape;1188;p27"/>
          <p:cNvGrpSpPr/>
          <p:nvPr/>
        </p:nvGrpSpPr>
        <p:grpSpPr>
          <a:xfrm flipH="1">
            <a:off x="7179080" y="606666"/>
            <a:ext cx="2227589" cy="1527191"/>
            <a:chOff x="5519300" y="372750"/>
            <a:chExt cx="1039375" cy="712575"/>
          </a:xfrm>
        </p:grpSpPr>
        <p:sp>
          <p:nvSpPr>
            <p:cNvPr id="1189" name="Google Shape;1189;p27"/>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7"/>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7"/>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27"/>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27"/>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7"/>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7"/>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7"/>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7"/>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27"/>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7"/>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7"/>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7"/>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7"/>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7"/>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7"/>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7"/>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7"/>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7"/>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7"/>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7"/>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7"/>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7"/>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7"/>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7"/>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7"/>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7"/>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7"/>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7"/>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7"/>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7"/>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7"/>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7"/>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7"/>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7"/>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7"/>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7"/>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7"/>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7"/>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7"/>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7"/>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7"/>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7"/>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7"/>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7"/>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7"/>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7"/>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7"/>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7"/>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7"/>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7"/>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7"/>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7"/>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7"/>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7"/>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7"/>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7"/>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7"/>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7"/>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7"/>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7"/>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7"/>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7"/>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27"/>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7"/>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6" name="Google Shape;1256;p27"/>
          <p:cNvSpPr/>
          <p:nvPr/>
        </p:nvSpPr>
        <p:spPr>
          <a:xfrm flipH="1">
            <a:off x="-844101" y="4093890"/>
            <a:ext cx="1916700" cy="1916700"/>
          </a:xfrm>
          <a:prstGeom prst="blockArc">
            <a:avLst>
              <a:gd fmla="val 7189467" name="adj1"/>
              <a:gd fmla="val 18520015" name="adj2"/>
              <a:gd fmla="val 2303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9">
    <p:spTree>
      <p:nvGrpSpPr>
        <p:cNvPr id="1257" name="Shape 1257"/>
        <p:cNvGrpSpPr/>
        <p:nvPr/>
      </p:nvGrpSpPr>
      <p:grpSpPr>
        <a:xfrm>
          <a:off x="0" y="0"/>
          <a:ext cx="0" cy="0"/>
          <a:chOff x="0" y="0"/>
          <a:chExt cx="0" cy="0"/>
        </a:xfrm>
      </p:grpSpPr>
      <p:sp>
        <p:nvSpPr>
          <p:cNvPr id="1258" name="Google Shape;1258;p28"/>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1259" name="Google Shape;1259;p28"/>
          <p:cNvGrpSpPr/>
          <p:nvPr/>
        </p:nvGrpSpPr>
        <p:grpSpPr>
          <a:xfrm flipH="1" rot="-5400000">
            <a:off x="7821325" y="679905"/>
            <a:ext cx="2227588" cy="726522"/>
            <a:chOff x="3799000" y="1820400"/>
            <a:chExt cx="1039375" cy="338989"/>
          </a:xfrm>
        </p:grpSpPr>
        <p:sp>
          <p:nvSpPr>
            <p:cNvPr id="1260" name="Google Shape;1260;p28"/>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8"/>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8"/>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8"/>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8"/>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8"/>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8"/>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8"/>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8"/>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8"/>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8"/>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8"/>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8"/>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8"/>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8"/>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8"/>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8"/>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8"/>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8"/>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8"/>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8"/>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8"/>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8"/>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8"/>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8"/>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8"/>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8"/>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8"/>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8"/>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8"/>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8"/>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8"/>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8"/>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8"/>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5" name="Google Shape;1295;p28"/>
          <p:cNvGrpSpPr/>
          <p:nvPr/>
        </p:nvGrpSpPr>
        <p:grpSpPr>
          <a:xfrm flipH="1">
            <a:off x="-1654513" y="2869728"/>
            <a:ext cx="2227589" cy="1527191"/>
            <a:chOff x="5519300" y="372750"/>
            <a:chExt cx="1039375" cy="712575"/>
          </a:xfrm>
        </p:grpSpPr>
        <p:sp>
          <p:nvSpPr>
            <p:cNvPr id="1296" name="Google Shape;1296;p28"/>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28"/>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28"/>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8"/>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8"/>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8"/>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8"/>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8"/>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8"/>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8"/>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8"/>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8"/>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8"/>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8"/>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8"/>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8"/>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8"/>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8"/>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8"/>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8"/>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8"/>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8"/>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8"/>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8"/>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8"/>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8"/>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8"/>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8"/>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28"/>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28"/>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8"/>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8"/>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8"/>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8"/>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8"/>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28"/>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8"/>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8"/>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28"/>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8"/>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8"/>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28"/>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28"/>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28"/>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28"/>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28"/>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28"/>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28"/>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28"/>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8"/>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28"/>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28"/>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8"/>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28"/>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28"/>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28"/>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28"/>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28"/>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8"/>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28"/>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28"/>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8"/>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28"/>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28"/>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8"/>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28"/>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28"/>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3" name="Google Shape;1363;p28"/>
          <p:cNvSpPr/>
          <p:nvPr/>
        </p:nvSpPr>
        <p:spPr>
          <a:xfrm flipH="1" rot="899876">
            <a:off x="-1364959" y="4184160"/>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28"/>
          <p:cNvSpPr/>
          <p:nvPr/>
        </p:nvSpPr>
        <p:spPr>
          <a:xfrm flipH="1">
            <a:off x="-850779" y="4573892"/>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28"/>
          <p:cNvSpPr/>
          <p:nvPr/>
        </p:nvSpPr>
        <p:spPr>
          <a:xfrm>
            <a:off x="8681330" y="1443900"/>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8"/>
          <p:cNvSpPr/>
          <p:nvPr/>
        </p:nvSpPr>
        <p:spPr>
          <a:xfrm>
            <a:off x="8776832" y="1556676"/>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28"/>
          <p:cNvSpPr/>
          <p:nvPr/>
        </p:nvSpPr>
        <p:spPr>
          <a:xfrm flipH="1" rot="3508339">
            <a:off x="-1727887" y="-2075610"/>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
    <p:spTree>
      <p:nvGrpSpPr>
        <p:cNvPr id="1368" name="Shape 1368"/>
        <p:cNvGrpSpPr/>
        <p:nvPr/>
      </p:nvGrpSpPr>
      <p:grpSpPr>
        <a:xfrm>
          <a:off x="0" y="0"/>
          <a:ext cx="0" cy="0"/>
          <a:chOff x="0" y="0"/>
          <a:chExt cx="0" cy="0"/>
        </a:xfrm>
      </p:grpSpPr>
      <p:sp>
        <p:nvSpPr>
          <p:cNvPr id="1369" name="Google Shape;1369;p29"/>
          <p:cNvSpPr txBox="1"/>
          <p:nvPr>
            <p:ph type="title"/>
          </p:nvPr>
        </p:nvSpPr>
        <p:spPr>
          <a:xfrm>
            <a:off x="4450946" y="1493550"/>
            <a:ext cx="3493200" cy="1293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7200"/>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370" name="Google Shape;1370;p29"/>
          <p:cNvSpPr txBox="1"/>
          <p:nvPr>
            <p:ph idx="1" type="subTitle"/>
          </p:nvPr>
        </p:nvSpPr>
        <p:spPr>
          <a:xfrm>
            <a:off x="4450925" y="2634150"/>
            <a:ext cx="3493200" cy="101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71" name="Google Shape;1371;p29"/>
          <p:cNvSpPr/>
          <p:nvPr/>
        </p:nvSpPr>
        <p:spPr>
          <a:xfrm rot="-5400000">
            <a:off x="3094299" y="4025425"/>
            <a:ext cx="2102100" cy="2102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2" name="Google Shape;1372;p29"/>
          <p:cNvGrpSpPr/>
          <p:nvPr/>
        </p:nvGrpSpPr>
        <p:grpSpPr>
          <a:xfrm>
            <a:off x="7342730" y="-239484"/>
            <a:ext cx="2227589" cy="1527191"/>
            <a:chOff x="5519300" y="372750"/>
            <a:chExt cx="1039375" cy="712575"/>
          </a:xfrm>
        </p:grpSpPr>
        <p:sp>
          <p:nvSpPr>
            <p:cNvPr id="1373" name="Google Shape;1373;p29"/>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29"/>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9"/>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29"/>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29"/>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9"/>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29"/>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29"/>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29"/>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29"/>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29"/>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29"/>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29"/>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29"/>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29"/>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9"/>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29"/>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29"/>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9"/>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29"/>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29"/>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29"/>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29"/>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29"/>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9"/>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29"/>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29"/>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9"/>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9"/>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29"/>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9"/>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29"/>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29"/>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9"/>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29"/>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29"/>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9"/>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29"/>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29"/>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9"/>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29"/>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29"/>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9"/>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29"/>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29"/>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9"/>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29"/>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29"/>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9"/>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29"/>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29"/>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29"/>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29"/>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29"/>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29"/>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29"/>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29"/>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29"/>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9"/>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29"/>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29"/>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9"/>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29"/>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29"/>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29"/>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29"/>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29"/>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0" name="Google Shape;1440;p29"/>
          <p:cNvSpPr/>
          <p:nvPr/>
        </p:nvSpPr>
        <p:spPr>
          <a:xfrm rot="-1856039">
            <a:off x="8454804" y="1900412"/>
            <a:ext cx="2574846" cy="2574846"/>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29"/>
          <p:cNvSpPr/>
          <p:nvPr/>
        </p:nvSpPr>
        <p:spPr>
          <a:xfrm>
            <a:off x="8472788" y="1832675"/>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29"/>
          <p:cNvSpPr/>
          <p:nvPr/>
        </p:nvSpPr>
        <p:spPr>
          <a:xfrm rot="-6009249">
            <a:off x="4503832" y="-1121226"/>
            <a:ext cx="2030097" cy="2030097"/>
          </a:xfrm>
          <a:prstGeom prst="blockArc">
            <a:avLst>
              <a:gd fmla="val 5958233" name="adj1"/>
              <a:gd fmla="val 17663173" name="adj2"/>
              <a:gd fmla="val 2497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9"/>
          <p:cNvSpPr/>
          <p:nvPr/>
        </p:nvSpPr>
        <p:spPr>
          <a:xfrm rot="-8814536">
            <a:off x="-1455112" y="-720135"/>
            <a:ext cx="3302921" cy="3302921"/>
          </a:xfrm>
          <a:prstGeom prst="blockArc">
            <a:avLst>
              <a:gd fmla="val 5958233" name="adj1"/>
              <a:gd fmla="val 15340052" name="adj2"/>
              <a:gd fmla="val 8595"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_1">
    <p:spTree>
      <p:nvGrpSpPr>
        <p:cNvPr id="1444" name="Shape 1444"/>
        <p:cNvGrpSpPr/>
        <p:nvPr/>
      </p:nvGrpSpPr>
      <p:grpSpPr>
        <a:xfrm>
          <a:off x="0" y="0"/>
          <a:ext cx="0" cy="0"/>
          <a:chOff x="0" y="0"/>
          <a:chExt cx="0" cy="0"/>
        </a:xfrm>
      </p:grpSpPr>
      <p:sp>
        <p:nvSpPr>
          <p:cNvPr id="1445" name="Google Shape;1445;p30"/>
          <p:cNvSpPr txBox="1"/>
          <p:nvPr>
            <p:ph idx="1" type="subTitle"/>
          </p:nvPr>
        </p:nvSpPr>
        <p:spPr>
          <a:xfrm>
            <a:off x="5406338" y="3248988"/>
            <a:ext cx="2345700" cy="104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6" name="Google Shape;1446;p30"/>
          <p:cNvSpPr txBox="1"/>
          <p:nvPr>
            <p:ph type="title"/>
          </p:nvPr>
        </p:nvSpPr>
        <p:spPr>
          <a:xfrm>
            <a:off x="5406338" y="847788"/>
            <a:ext cx="2345700" cy="24012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1447" name="Google Shape;1447;p30"/>
          <p:cNvGrpSpPr/>
          <p:nvPr/>
        </p:nvGrpSpPr>
        <p:grpSpPr>
          <a:xfrm rot="5400000">
            <a:off x="7715578" y="1640303"/>
            <a:ext cx="2227588" cy="726522"/>
            <a:chOff x="3857800" y="1143286"/>
            <a:chExt cx="1039375" cy="338989"/>
          </a:xfrm>
        </p:grpSpPr>
        <p:sp>
          <p:nvSpPr>
            <p:cNvPr id="1448" name="Google Shape;1448;p30"/>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0"/>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0"/>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0"/>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0"/>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0"/>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0"/>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0"/>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0"/>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0"/>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0"/>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0"/>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0"/>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0"/>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0"/>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0"/>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0"/>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0"/>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0"/>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0"/>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0"/>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0"/>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0"/>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0"/>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0"/>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0"/>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0"/>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0"/>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0"/>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0"/>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8" name="Google Shape;1478;p30"/>
          <p:cNvSpPr/>
          <p:nvPr/>
        </p:nvSpPr>
        <p:spPr>
          <a:xfrm>
            <a:off x="7939983" y="-460465"/>
            <a:ext cx="2574600" cy="2574600"/>
          </a:xfrm>
          <a:prstGeom prst="blockArc">
            <a:avLst>
              <a:gd fmla="val 4995051" name="adj1"/>
              <a:gd fmla="val 15534555" name="adj2"/>
              <a:gd fmla="val 1247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0"/>
          <p:cNvSpPr/>
          <p:nvPr/>
        </p:nvSpPr>
        <p:spPr>
          <a:xfrm>
            <a:off x="8118303" y="-528275"/>
            <a:ext cx="2175600" cy="2176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0" name="Google Shape;1480;p30"/>
          <p:cNvGrpSpPr/>
          <p:nvPr/>
        </p:nvGrpSpPr>
        <p:grpSpPr>
          <a:xfrm>
            <a:off x="3961221" y="4604105"/>
            <a:ext cx="2227588" cy="726522"/>
            <a:chOff x="5608450" y="1680311"/>
            <a:chExt cx="1039375" cy="338989"/>
          </a:xfrm>
        </p:grpSpPr>
        <p:sp>
          <p:nvSpPr>
            <p:cNvPr id="1481" name="Google Shape;1481;p30"/>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0"/>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0"/>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0"/>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0"/>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0"/>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0"/>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0"/>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0"/>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0"/>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0"/>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0"/>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0"/>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0"/>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0"/>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0"/>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0"/>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0"/>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0"/>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0"/>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0"/>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0"/>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0"/>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0"/>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0"/>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0"/>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0"/>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0"/>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0"/>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0"/>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0"/>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0"/>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0"/>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0"/>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0"/>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0"/>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7" name="Google Shape;1517;p30"/>
          <p:cNvSpPr/>
          <p:nvPr>
            <p:ph idx="2" type="pic"/>
          </p:nvPr>
        </p:nvSpPr>
        <p:spPr>
          <a:xfrm>
            <a:off x="-597325" y="-973050"/>
            <a:ext cx="5239500" cy="5239500"/>
          </a:xfrm>
          <a:prstGeom prst="ellipse">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
    <p:spTree>
      <p:nvGrpSpPr>
        <p:cNvPr id="1518" name="Shape 1518"/>
        <p:cNvGrpSpPr/>
        <p:nvPr/>
      </p:nvGrpSpPr>
      <p:grpSpPr>
        <a:xfrm>
          <a:off x="0" y="0"/>
          <a:ext cx="0" cy="0"/>
          <a:chOff x="0" y="0"/>
          <a:chExt cx="0" cy="0"/>
        </a:xfrm>
      </p:grpSpPr>
      <p:sp>
        <p:nvSpPr>
          <p:cNvPr id="1519" name="Google Shape;1519;p31"/>
          <p:cNvSpPr txBox="1"/>
          <p:nvPr>
            <p:ph idx="1" type="subTitle"/>
          </p:nvPr>
        </p:nvSpPr>
        <p:spPr>
          <a:xfrm>
            <a:off x="1261600" y="3442625"/>
            <a:ext cx="3045600" cy="843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20" name="Google Shape;1520;p31"/>
          <p:cNvSpPr txBox="1"/>
          <p:nvPr>
            <p:ph type="title"/>
          </p:nvPr>
        </p:nvSpPr>
        <p:spPr>
          <a:xfrm>
            <a:off x="1261600" y="2754425"/>
            <a:ext cx="3045600" cy="7836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1521" name="Google Shape;1521;p31"/>
          <p:cNvGrpSpPr/>
          <p:nvPr/>
        </p:nvGrpSpPr>
        <p:grpSpPr>
          <a:xfrm>
            <a:off x="5306305" y="3420416"/>
            <a:ext cx="2227589" cy="1527191"/>
            <a:chOff x="5519300" y="372750"/>
            <a:chExt cx="1039375" cy="712575"/>
          </a:xfrm>
        </p:grpSpPr>
        <p:sp>
          <p:nvSpPr>
            <p:cNvPr id="1522" name="Google Shape;1522;p31"/>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1"/>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1"/>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1"/>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1"/>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1"/>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1"/>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1"/>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1"/>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1"/>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1"/>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1"/>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1"/>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31"/>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1"/>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1"/>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1"/>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1"/>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1"/>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1"/>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1"/>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1"/>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1"/>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1"/>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1"/>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1"/>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1"/>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1"/>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1"/>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1"/>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1"/>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1"/>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1"/>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1"/>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1"/>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1"/>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1"/>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31"/>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31"/>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1"/>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1"/>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1"/>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1"/>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1"/>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1"/>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1"/>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1"/>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1"/>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1"/>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1"/>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1"/>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1"/>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1"/>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1"/>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1"/>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1"/>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1"/>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1"/>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1"/>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1"/>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1"/>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1"/>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1"/>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1"/>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1"/>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1"/>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1"/>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9" name="Google Shape;1589;p31"/>
          <p:cNvSpPr/>
          <p:nvPr/>
        </p:nvSpPr>
        <p:spPr>
          <a:xfrm rot="5400000">
            <a:off x="4155725" y="4470421"/>
            <a:ext cx="1647000" cy="1647000"/>
          </a:xfrm>
          <a:prstGeom prst="blockArc">
            <a:avLst>
              <a:gd fmla="val 4879357" name="adj1"/>
              <a:gd fmla="val 17324067" name="adj2"/>
              <a:gd fmla="val 25794"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1"/>
          <p:cNvSpPr/>
          <p:nvPr/>
        </p:nvSpPr>
        <p:spPr>
          <a:xfrm flipH="1" rot="10800000">
            <a:off x="4073085" y="4576593"/>
            <a:ext cx="1526700" cy="152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1"/>
          <p:cNvSpPr/>
          <p:nvPr/>
        </p:nvSpPr>
        <p:spPr>
          <a:xfrm flipH="1">
            <a:off x="-1308567" y="-93890"/>
            <a:ext cx="2574600" cy="2574600"/>
          </a:xfrm>
          <a:prstGeom prst="blockArc">
            <a:avLst>
              <a:gd fmla="val 4879357"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1"/>
          <p:cNvSpPr/>
          <p:nvPr/>
        </p:nvSpPr>
        <p:spPr>
          <a:xfrm flipH="1">
            <a:off x="-564297" y="-1617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93" name="Google Shape;1593;p31"/>
          <p:cNvGrpSpPr/>
          <p:nvPr/>
        </p:nvGrpSpPr>
        <p:grpSpPr>
          <a:xfrm flipH="1">
            <a:off x="7316928" y="167285"/>
            <a:ext cx="2227589" cy="726958"/>
            <a:chOff x="6972150" y="711750"/>
            <a:chExt cx="1039375" cy="339193"/>
          </a:xfrm>
        </p:grpSpPr>
        <p:sp>
          <p:nvSpPr>
            <p:cNvPr id="1594" name="Google Shape;1594;p31"/>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1"/>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1"/>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31"/>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31"/>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1"/>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1"/>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1"/>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1"/>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1"/>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1"/>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1"/>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1"/>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1"/>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1"/>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1"/>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1"/>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1"/>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1"/>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1"/>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1"/>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1"/>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1"/>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1"/>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1"/>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1"/>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1"/>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1"/>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1"/>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1"/>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1"/>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1"/>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
    <p:spTree>
      <p:nvGrpSpPr>
        <p:cNvPr id="1626" name="Shape 1626"/>
        <p:cNvGrpSpPr/>
        <p:nvPr/>
      </p:nvGrpSpPr>
      <p:grpSpPr>
        <a:xfrm>
          <a:off x="0" y="0"/>
          <a:ext cx="0" cy="0"/>
          <a:chOff x="0" y="0"/>
          <a:chExt cx="0" cy="0"/>
        </a:xfrm>
      </p:grpSpPr>
      <p:sp>
        <p:nvSpPr>
          <p:cNvPr id="1627" name="Google Shape;1627;p32"/>
          <p:cNvSpPr/>
          <p:nvPr/>
        </p:nvSpPr>
        <p:spPr>
          <a:xfrm rot="-5400000">
            <a:off x="2057213" y="-1133420"/>
            <a:ext cx="2574600" cy="2574600"/>
          </a:xfrm>
          <a:prstGeom prst="blockArc">
            <a:avLst>
              <a:gd fmla="val 3945880" name="adj1"/>
              <a:gd fmla="val 17571315" name="adj2"/>
              <a:gd fmla="val 91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2"/>
          <p:cNvSpPr txBox="1"/>
          <p:nvPr>
            <p:ph idx="1" type="subTitle"/>
          </p:nvPr>
        </p:nvSpPr>
        <p:spPr>
          <a:xfrm>
            <a:off x="4742550" y="2525550"/>
            <a:ext cx="3278400" cy="831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9" name="Google Shape;1629;p32"/>
          <p:cNvSpPr txBox="1"/>
          <p:nvPr>
            <p:ph type="title"/>
          </p:nvPr>
        </p:nvSpPr>
        <p:spPr>
          <a:xfrm>
            <a:off x="4742550" y="1786650"/>
            <a:ext cx="3278400" cy="7389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630" name="Google Shape;1630;p32"/>
          <p:cNvSpPr/>
          <p:nvPr/>
        </p:nvSpPr>
        <p:spPr>
          <a:xfrm rot="-5400000">
            <a:off x="2294425" y="-560575"/>
            <a:ext cx="1900500" cy="1901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31" name="Google Shape;1631;p32"/>
          <p:cNvGrpSpPr/>
          <p:nvPr/>
        </p:nvGrpSpPr>
        <p:grpSpPr>
          <a:xfrm>
            <a:off x="269278" y="4129948"/>
            <a:ext cx="2227589" cy="726958"/>
            <a:chOff x="6972150" y="711750"/>
            <a:chExt cx="1039375" cy="339193"/>
          </a:xfrm>
        </p:grpSpPr>
        <p:sp>
          <p:nvSpPr>
            <p:cNvPr id="1632" name="Google Shape;1632;p32"/>
            <p:cNvSpPr/>
            <p:nvPr/>
          </p:nvSpPr>
          <p:spPr>
            <a:xfrm>
              <a:off x="7952725"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32"/>
            <p:cNvSpPr/>
            <p:nvPr/>
          </p:nvSpPr>
          <p:spPr>
            <a:xfrm>
              <a:off x="7774438"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2"/>
            <p:cNvSpPr/>
            <p:nvPr/>
          </p:nvSpPr>
          <p:spPr>
            <a:xfrm>
              <a:off x="7596152"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2"/>
            <p:cNvSpPr/>
            <p:nvPr/>
          </p:nvSpPr>
          <p:spPr>
            <a:xfrm>
              <a:off x="7507009"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2"/>
            <p:cNvSpPr/>
            <p:nvPr/>
          </p:nvSpPr>
          <p:spPr>
            <a:xfrm>
              <a:off x="7061293"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2"/>
            <p:cNvSpPr/>
            <p:nvPr/>
          </p:nvSpPr>
          <p:spPr>
            <a:xfrm>
              <a:off x="7150436"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2"/>
            <p:cNvSpPr/>
            <p:nvPr/>
          </p:nvSpPr>
          <p:spPr>
            <a:xfrm>
              <a:off x="6972150" y="711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2"/>
            <p:cNvSpPr/>
            <p:nvPr/>
          </p:nvSpPr>
          <p:spPr>
            <a:xfrm>
              <a:off x="786358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2"/>
            <p:cNvSpPr/>
            <p:nvPr/>
          </p:nvSpPr>
          <p:spPr>
            <a:xfrm>
              <a:off x="795272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2"/>
            <p:cNvSpPr/>
            <p:nvPr/>
          </p:nvSpPr>
          <p:spPr>
            <a:xfrm>
              <a:off x="759615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2"/>
            <p:cNvSpPr/>
            <p:nvPr/>
          </p:nvSpPr>
          <p:spPr>
            <a:xfrm>
              <a:off x="759615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2"/>
            <p:cNvSpPr/>
            <p:nvPr/>
          </p:nvSpPr>
          <p:spPr>
            <a:xfrm>
              <a:off x="7685295"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2"/>
            <p:cNvSpPr/>
            <p:nvPr/>
          </p:nvSpPr>
          <p:spPr>
            <a:xfrm>
              <a:off x="7685295"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2"/>
            <p:cNvSpPr/>
            <p:nvPr/>
          </p:nvSpPr>
          <p:spPr>
            <a:xfrm>
              <a:off x="750700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2"/>
            <p:cNvSpPr/>
            <p:nvPr/>
          </p:nvSpPr>
          <p:spPr>
            <a:xfrm>
              <a:off x="7507009"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2"/>
            <p:cNvSpPr/>
            <p:nvPr/>
          </p:nvSpPr>
          <p:spPr>
            <a:xfrm>
              <a:off x="750700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2"/>
            <p:cNvSpPr/>
            <p:nvPr/>
          </p:nvSpPr>
          <p:spPr>
            <a:xfrm>
              <a:off x="7328722"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2"/>
            <p:cNvSpPr/>
            <p:nvPr/>
          </p:nvSpPr>
          <p:spPr>
            <a:xfrm>
              <a:off x="7328722"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2"/>
            <p:cNvSpPr/>
            <p:nvPr/>
          </p:nvSpPr>
          <p:spPr>
            <a:xfrm>
              <a:off x="7328722"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2"/>
            <p:cNvSpPr/>
            <p:nvPr/>
          </p:nvSpPr>
          <p:spPr>
            <a:xfrm>
              <a:off x="741786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2"/>
            <p:cNvSpPr/>
            <p:nvPr/>
          </p:nvSpPr>
          <p:spPr>
            <a:xfrm>
              <a:off x="741786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2"/>
            <p:cNvSpPr/>
            <p:nvPr/>
          </p:nvSpPr>
          <p:spPr>
            <a:xfrm>
              <a:off x="741786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2"/>
            <p:cNvSpPr/>
            <p:nvPr/>
          </p:nvSpPr>
          <p:spPr>
            <a:xfrm>
              <a:off x="7239579"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2"/>
            <p:cNvSpPr/>
            <p:nvPr/>
          </p:nvSpPr>
          <p:spPr>
            <a:xfrm>
              <a:off x="7239579"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2"/>
            <p:cNvSpPr/>
            <p:nvPr/>
          </p:nvSpPr>
          <p:spPr>
            <a:xfrm>
              <a:off x="7061293"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2"/>
            <p:cNvSpPr/>
            <p:nvPr/>
          </p:nvSpPr>
          <p:spPr>
            <a:xfrm>
              <a:off x="7061293"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2"/>
            <p:cNvSpPr/>
            <p:nvPr/>
          </p:nvSpPr>
          <p:spPr>
            <a:xfrm>
              <a:off x="7150436"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2"/>
            <p:cNvSpPr/>
            <p:nvPr/>
          </p:nvSpPr>
          <p:spPr>
            <a:xfrm>
              <a:off x="7150436"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2"/>
            <p:cNvSpPr/>
            <p:nvPr/>
          </p:nvSpPr>
          <p:spPr>
            <a:xfrm>
              <a:off x="7150436"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2"/>
            <p:cNvSpPr/>
            <p:nvPr/>
          </p:nvSpPr>
          <p:spPr>
            <a:xfrm>
              <a:off x="6972150" y="8053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2"/>
            <p:cNvSpPr/>
            <p:nvPr/>
          </p:nvSpPr>
          <p:spPr>
            <a:xfrm>
              <a:off x="6972150" y="8987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2"/>
            <p:cNvSpPr/>
            <p:nvPr/>
          </p:nvSpPr>
          <p:spPr>
            <a:xfrm>
              <a:off x="6972150" y="9921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4" name="Google Shape;1664;p32"/>
          <p:cNvGrpSpPr/>
          <p:nvPr/>
        </p:nvGrpSpPr>
        <p:grpSpPr>
          <a:xfrm rot="-5400000">
            <a:off x="-80933" y="615228"/>
            <a:ext cx="2227589" cy="1527191"/>
            <a:chOff x="5519300" y="372750"/>
            <a:chExt cx="1039375" cy="712575"/>
          </a:xfrm>
        </p:grpSpPr>
        <p:sp>
          <p:nvSpPr>
            <p:cNvPr id="1665" name="Google Shape;1665;p32"/>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32"/>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2"/>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2"/>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2"/>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2"/>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2"/>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2"/>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2"/>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2"/>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2"/>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2"/>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2"/>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2"/>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2"/>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2"/>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2"/>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2"/>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2"/>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2"/>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2"/>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2"/>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2"/>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2"/>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2"/>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2"/>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2"/>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2"/>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2"/>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2"/>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2"/>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2"/>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2"/>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2"/>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2"/>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2"/>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32"/>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32"/>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2"/>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2"/>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2"/>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2"/>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2"/>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2"/>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2"/>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2"/>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2"/>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2"/>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2"/>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2"/>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2"/>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2"/>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2"/>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2"/>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2"/>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2"/>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2"/>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2"/>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2"/>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2"/>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2"/>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2"/>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2"/>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2"/>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2"/>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2"/>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2"/>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
    <p:spTree>
      <p:nvGrpSpPr>
        <p:cNvPr id="1732" name="Shape 1732"/>
        <p:cNvGrpSpPr/>
        <p:nvPr/>
      </p:nvGrpSpPr>
      <p:grpSpPr>
        <a:xfrm>
          <a:off x="0" y="0"/>
          <a:ext cx="0" cy="0"/>
          <a:chOff x="0" y="0"/>
          <a:chExt cx="0" cy="0"/>
        </a:xfrm>
      </p:grpSpPr>
      <p:sp>
        <p:nvSpPr>
          <p:cNvPr id="1733" name="Google Shape;1733;p33"/>
          <p:cNvSpPr txBox="1"/>
          <p:nvPr>
            <p:ph idx="1" type="subTitle"/>
          </p:nvPr>
        </p:nvSpPr>
        <p:spPr>
          <a:xfrm>
            <a:off x="1379100" y="2694888"/>
            <a:ext cx="2337000" cy="104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34" name="Google Shape;1734;p33"/>
          <p:cNvSpPr txBox="1"/>
          <p:nvPr>
            <p:ph type="title"/>
          </p:nvPr>
        </p:nvSpPr>
        <p:spPr>
          <a:xfrm>
            <a:off x="1379100" y="1401888"/>
            <a:ext cx="2337000" cy="1293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grpSp>
        <p:nvGrpSpPr>
          <p:cNvPr id="1735" name="Google Shape;1735;p33"/>
          <p:cNvGrpSpPr/>
          <p:nvPr/>
        </p:nvGrpSpPr>
        <p:grpSpPr>
          <a:xfrm>
            <a:off x="3420104" y="-68109"/>
            <a:ext cx="2227588" cy="726522"/>
            <a:chOff x="3620725" y="372750"/>
            <a:chExt cx="1039375" cy="338989"/>
          </a:xfrm>
        </p:grpSpPr>
        <p:sp>
          <p:nvSpPr>
            <p:cNvPr id="1736" name="Google Shape;1736;p33"/>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3"/>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3"/>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3"/>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3"/>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3"/>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33"/>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33"/>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3"/>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3"/>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3"/>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3"/>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3"/>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3"/>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3"/>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3"/>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3"/>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3"/>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3"/>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3"/>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3"/>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3"/>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3"/>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3"/>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3"/>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3"/>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3"/>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3"/>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3"/>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3"/>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3"/>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33"/>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33"/>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3"/>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3"/>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3"/>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3"/>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3" name="Google Shape;1773;p33"/>
          <p:cNvGrpSpPr/>
          <p:nvPr/>
        </p:nvGrpSpPr>
        <p:grpSpPr>
          <a:xfrm rot="5400000">
            <a:off x="-820629" y="932205"/>
            <a:ext cx="2227588" cy="726522"/>
            <a:chOff x="5608450" y="1680311"/>
            <a:chExt cx="1039375" cy="338989"/>
          </a:xfrm>
        </p:grpSpPr>
        <p:sp>
          <p:nvSpPr>
            <p:cNvPr id="1774" name="Google Shape;1774;p33"/>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3"/>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3"/>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3"/>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3"/>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3"/>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3"/>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3"/>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3"/>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3"/>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3"/>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3"/>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3"/>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3"/>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3"/>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3"/>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3"/>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33"/>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33"/>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3"/>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3"/>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3"/>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3"/>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3"/>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3"/>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3"/>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3"/>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3"/>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3"/>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3"/>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3"/>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3"/>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3"/>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3"/>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3"/>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3"/>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0" name="Google Shape;1810;p33"/>
          <p:cNvSpPr/>
          <p:nvPr/>
        </p:nvSpPr>
        <p:spPr>
          <a:xfrm flipH="1">
            <a:off x="-1017276" y="1761349"/>
            <a:ext cx="1915200" cy="1915200"/>
          </a:xfrm>
          <a:prstGeom prst="blockArc">
            <a:avLst>
              <a:gd fmla="val 4170144" name="adj1"/>
              <a:gd fmla="val 17768977" name="adj2"/>
              <a:gd fmla="val 2204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3"/>
          <p:cNvSpPr/>
          <p:nvPr/>
        </p:nvSpPr>
        <p:spPr>
          <a:xfrm>
            <a:off x="2756688" y="-791362"/>
            <a:ext cx="1526700" cy="1527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2" name="Google Shape;1812;p33"/>
          <p:cNvGrpSpPr/>
          <p:nvPr/>
        </p:nvGrpSpPr>
        <p:grpSpPr>
          <a:xfrm>
            <a:off x="6980855" y="3676541"/>
            <a:ext cx="2227589" cy="1527191"/>
            <a:chOff x="5519300" y="372750"/>
            <a:chExt cx="1039375" cy="712575"/>
          </a:xfrm>
        </p:grpSpPr>
        <p:sp>
          <p:nvSpPr>
            <p:cNvPr id="1813" name="Google Shape;1813;p33"/>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3"/>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3"/>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3"/>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3"/>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3"/>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3"/>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3"/>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3"/>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3"/>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3"/>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3"/>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3"/>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3"/>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3"/>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3"/>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3"/>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3"/>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3"/>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3"/>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3"/>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3"/>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3"/>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3"/>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3"/>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3"/>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3"/>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3"/>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3"/>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3"/>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3"/>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3"/>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3"/>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3"/>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3"/>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33"/>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33"/>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3"/>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3"/>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3"/>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3"/>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3"/>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3"/>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3"/>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3"/>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3"/>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3"/>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3"/>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3"/>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3"/>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3"/>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3"/>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3"/>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3"/>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3"/>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3"/>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3"/>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3"/>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3"/>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3"/>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3"/>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3"/>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3"/>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3"/>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3"/>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2_1_1_1_1_1">
    <p:spTree>
      <p:nvGrpSpPr>
        <p:cNvPr id="1878" name="Shape 1878"/>
        <p:cNvGrpSpPr/>
        <p:nvPr/>
      </p:nvGrpSpPr>
      <p:grpSpPr>
        <a:xfrm>
          <a:off x="0" y="0"/>
          <a:ext cx="0" cy="0"/>
          <a:chOff x="0" y="0"/>
          <a:chExt cx="0" cy="0"/>
        </a:xfrm>
      </p:grpSpPr>
      <p:sp>
        <p:nvSpPr>
          <p:cNvPr id="1879" name="Google Shape;1879;p34"/>
          <p:cNvSpPr txBox="1"/>
          <p:nvPr>
            <p:ph type="title"/>
          </p:nvPr>
        </p:nvSpPr>
        <p:spPr>
          <a:xfrm>
            <a:off x="713275" y="445025"/>
            <a:ext cx="7717500" cy="740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880" name="Google Shape;1880;p34"/>
          <p:cNvSpPr txBox="1"/>
          <p:nvPr>
            <p:ph idx="1" type="body"/>
          </p:nvPr>
        </p:nvSpPr>
        <p:spPr>
          <a:xfrm>
            <a:off x="713275" y="1152475"/>
            <a:ext cx="7717500" cy="1046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grpSp>
        <p:nvGrpSpPr>
          <p:cNvPr id="1881" name="Google Shape;1881;p34"/>
          <p:cNvGrpSpPr/>
          <p:nvPr/>
        </p:nvGrpSpPr>
        <p:grpSpPr>
          <a:xfrm rot="5400000">
            <a:off x="-809808" y="679905"/>
            <a:ext cx="2227588" cy="726522"/>
            <a:chOff x="3799000" y="1820400"/>
            <a:chExt cx="1039375" cy="338989"/>
          </a:xfrm>
        </p:grpSpPr>
        <p:sp>
          <p:nvSpPr>
            <p:cNvPr id="1882" name="Google Shape;1882;p34"/>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4"/>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4"/>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4"/>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4"/>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4"/>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34"/>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34"/>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4"/>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4"/>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4"/>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4"/>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4"/>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4"/>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4"/>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4"/>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4"/>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4"/>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4"/>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4"/>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4"/>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4"/>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4"/>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4"/>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4"/>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4"/>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4"/>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4"/>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4"/>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4"/>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4"/>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4"/>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4"/>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4"/>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4"/>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7" name="Google Shape;1917;p34"/>
          <p:cNvGrpSpPr/>
          <p:nvPr/>
        </p:nvGrpSpPr>
        <p:grpSpPr>
          <a:xfrm>
            <a:off x="8402730" y="2587316"/>
            <a:ext cx="2227589" cy="1527191"/>
            <a:chOff x="5519300" y="372750"/>
            <a:chExt cx="1039375" cy="712575"/>
          </a:xfrm>
        </p:grpSpPr>
        <p:sp>
          <p:nvSpPr>
            <p:cNvPr id="1918" name="Google Shape;1918;p34"/>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4"/>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4"/>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4"/>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4"/>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4"/>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34"/>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34"/>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4"/>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4"/>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4"/>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4"/>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4"/>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4"/>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4"/>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4"/>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4"/>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4"/>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4"/>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4"/>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4"/>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4"/>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4"/>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4"/>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4"/>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4"/>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4"/>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4"/>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4"/>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4"/>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4"/>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4"/>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4"/>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4"/>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4"/>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4"/>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4"/>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34"/>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34"/>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34"/>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34"/>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34"/>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34"/>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34"/>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34"/>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4"/>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4"/>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4"/>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4"/>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4"/>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4"/>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4"/>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4"/>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4"/>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4"/>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4"/>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4"/>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4"/>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4"/>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4"/>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4"/>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4"/>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4"/>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4"/>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4"/>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4"/>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4"/>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5" name="Google Shape;1985;p34"/>
          <p:cNvSpPr/>
          <p:nvPr/>
        </p:nvSpPr>
        <p:spPr>
          <a:xfrm rot="-899876">
            <a:off x="8160183" y="3901748"/>
            <a:ext cx="2180581" cy="2180581"/>
          </a:xfrm>
          <a:prstGeom prst="blockArc">
            <a:avLst>
              <a:gd fmla="val 10010889" name="adj1"/>
              <a:gd fmla="val 18123158" name="adj2"/>
              <a:gd fmla="val 2994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34"/>
          <p:cNvSpPr/>
          <p:nvPr/>
        </p:nvSpPr>
        <p:spPr>
          <a:xfrm>
            <a:off x="8167884" y="4291480"/>
            <a:ext cx="1658700" cy="16593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34"/>
          <p:cNvSpPr/>
          <p:nvPr/>
        </p:nvSpPr>
        <p:spPr>
          <a:xfrm flipH="1">
            <a:off x="-2104850" y="2015612"/>
            <a:ext cx="2670600" cy="2670600"/>
          </a:xfrm>
          <a:prstGeom prst="blockArc">
            <a:avLst>
              <a:gd fmla="val 5318277" name="adj1"/>
              <a:gd fmla="val 17376266" name="adj2"/>
              <a:gd fmla="val 849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4"/>
          <p:cNvSpPr/>
          <p:nvPr/>
        </p:nvSpPr>
        <p:spPr>
          <a:xfrm flipH="1">
            <a:off x="-1488152" y="2128389"/>
            <a:ext cx="1958400" cy="1959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89" name="Google Shape;1989;p34"/>
          <p:cNvPicPr preferRelativeResize="0"/>
          <p:nvPr/>
        </p:nvPicPr>
        <p:blipFill>
          <a:blip r:embed="rId2">
            <a:alphaModFix/>
          </a:blip>
          <a:stretch>
            <a:fillRect/>
          </a:stretch>
        </p:blipFill>
        <p:spPr>
          <a:xfrm>
            <a:off x="8449074" y="3095000"/>
            <a:ext cx="1096325" cy="786076"/>
          </a:xfrm>
          <a:prstGeom prst="rect">
            <a:avLst/>
          </a:prstGeom>
          <a:noFill/>
          <a:ln>
            <a:noFill/>
          </a:ln>
        </p:spPr>
      </p:pic>
      <p:sp>
        <p:nvSpPr>
          <p:cNvPr id="1990" name="Google Shape;1990;p34"/>
          <p:cNvSpPr/>
          <p:nvPr/>
        </p:nvSpPr>
        <p:spPr>
          <a:xfrm rot="-3508339">
            <a:off x="8149368" y="-1588885"/>
            <a:ext cx="2906424" cy="2906424"/>
          </a:xfrm>
          <a:prstGeom prst="blockArc">
            <a:avLst>
              <a:gd fmla="val 5318277" name="adj1"/>
              <a:gd fmla="val 17556576" name="adj2"/>
              <a:gd fmla="val 1575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991" name="Shape 1991"/>
        <p:cNvGrpSpPr/>
        <p:nvPr/>
      </p:nvGrpSpPr>
      <p:grpSpPr>
        <a:xfrm>
          <a:off x="0" y="0"/>
          <a:ext cx="0" cy="0"/>
          <a:chOff x="0" y="0"/>
          <a:chExt cx="0" cy="0"/>
        </a:xfrm>
      </p:grpSpPr>
      <p:sp>
        <p:nvSpPr>
          <p:cNvPr id="1992" name="Google Shape;1992;p35"/>
          <p:cNvSpPr txBox="1"/>
          <p:nvPr>
            <p:ph type="title"/>
          </p:nvPr>
        </p:nvSpPr>
        <p:spPr>
          <a:xfrm>
            <a:off x="3970800" y="445025"/>
            <a:ext cx="4483800" cy="740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1993" name="Google Shape;1993;p35"/>
          <p:cNvSpPr txBox="1"/>
          <p:nvPr>
            <p:ph idx="2" type="title"/>
          </p:nvPr>
        </p:nvSpPr>
        <p:spPr>
          <a:xfrm>
            <a:off x="5277829" y="1379975"/>
            <a:ext cx="28584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94" name="Google Shape;1994;p35"/>
          <p:cNvSpPr txBox="1"/>
          <p:nvPr>
            <p:ph idx="1" type="subTitle"/>
          </p:nvPr>
        </p:nvSpPr>
        <p:spPr>
          <a:xfrm>
            <a:off x="5277829" y="1809524"/>
            <a:ext cx="2858400" cy="831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5" name="Google Shape;1995;p35"/>
          <p:cNvSpPr txBox="1"/>
          <p:nvPr>
            <p:ph idx="3" type="title"/>
          </p:nvPr>
        </p:nvSpPr>
        <p:spPr>
          <a:xfrm>
            <a:off x="5277825" y="3050476"/>
            <a:ext cx="28584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996" name="Google Shape;1996;p35"/>
          <p:cNvSpPr txBox="1"/>
          <p:nvPr>
            <p:ph idx="4" type="subTitle"/>
          </p:nvPr>
        </p:nvSpPr>
        <p:spPr>
          <a:xfrm>
            <a:off x="5277825" y="3480025"/>
            <a:ext cx="2858400" cy="831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97" name="Google Shape;1997;p35"/>
          <p:cNvSpPr/>
          <p:nvPr/>
        </p:nvSpPr>
        <p:spPr>
          <a:xfrm flipH="1">
            <a:off x="-1229493" y="2407871"/>
            <a:ext cx="2468100" cy="2468100"/>
          </a:xfrm>
          <a:prstGeom prst="blockArc">
            <a:avLst>
              <a:gd fmla="val 4832860" name="adj1"/>
              <a:gd fmla="val 19296739" name="adj2"/>
              <a:gd fmla="val 923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5"/>
          <p:cNvSpPr/>
          <p:nvPr/>
        </p:nvSpPr>
        <p:spPr>
          <a:xfrm>
            <a:off x="-753325" y="2573175"/>
            <a:ext cx="1725900" cy="1725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9" name="Google Shape;1999;p35"/>
          <p:cNvGrpSpPr/>
          <p:nvPr/>
        </p:nvGrpSpPr>
        <p:grpSpPr>
          <a:xfrm rot="-5400000">
            <a:off x="7773103" y="3158403"/>
            <a:ext cx="2227588" cy="726522"/>
            <a:chOff x="3857800" y="1143286"/>
            <a:chExt cx="1039375" cy="338989"/>
          </a:xfrm>
        </p:grpSpPr>
        <p:sp>
          <p:nvSpPr>
            <p:cNvPr id="2000" name="Google Shape;2000;p35"/>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5"/>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5"/>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5"/>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5"/>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5"/>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35"/>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5"/>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5"/>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5"/>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35"/>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35"/>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5"/>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5"/>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35"/>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5"/>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5"/>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5"/>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5"/>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5"/>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5"/>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5"/>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5"/>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5"/>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5"/>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5"/>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5"/>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5"/>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5"/>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5"/>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0" name="Google Shape;2030;p35"/>
          <p:cNvSpPr/>
          <p:nvPr/>
        </p:nvSpPr>
        <p:spPr>
          <a:xfrm>
            <a:off x="8622516" y="1485980"/>
            <a:ext cx="1378800" cy="1378800"/>
          </a:xfrm>
          <a:prstGeom prst="blockArc">
            <a:avLst>
              <a:gd fmla="val 4832860" name="adj1"/>
              <a:gd fmla="val 18782450" name="adj2"/>
              <a:gd fmla="val 2026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5"/>
          <p:cNvSpPr/>
          <p:nvPr/>
        </p:nvSpPr>
        <p:spPr>
          <a:xfrm>
            <a:off x="2468575" y="-646225"/>
            <a:ext cx="1185600" cy="1185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_1">
    <p:spTree>
      <p:nvGrpSpPr>
        <p:cNvPr id="2032" name="Shape 2032"/>
        <p:cNvGrpSpPr/>
        <p:nvPr/>
      </p:nvGrpSpPr>
      <p:grpSpPr>
        <a:xfrm>
          <a:off x="0" y="0"/>
          <a:ext cx="0" cy="0"/>
          <a:chOff x="0" y="0"/>
          <a:chExt cx="0" cy="0"/>
        </a:xfrm>
      </p:grpSpPr>
      <p:sp>
        <p:nvSpPr>
          <p:cNvPr id="2033" name="Google Shape;2033;p36"/>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034" name="Google Shape;2034;p36"/>
          <p:cNvSpPr txBox="1"/>
          <p:nvPr>
            <p:ph idx="2" type="title"/>
          </p:nvPr>
        </p:nvSpPr>
        <p:spPr>
          <a:xfrm>
            <a:off x="2079069" y="3009750"/>
            <a:ext cx="20838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35" name="Google Shape;2035;p36"/>
          <p:cNvSpPr txBox="1"/>
          <p:nvPr>
            <p:ph idx="1" type="subTitle"/>
          </p:nvPr>
        </p:nvSpPr>
        <p:spPr>
          <a:xfrm>
            <a:off x="2079069" y="3439300"/>
            <a:ext cx="20838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6" name="Google Shape;2036;p36"/>
          <p:cNvSpPr txBox="1"/>
          <p:nvPr>
            <p:ph idx="3" type="title"/>
          </p:nvPr>
        </p:nvSpPr>
        <p:spPr>
          <a:xfrm>
            <a:off x="4981131" y="3009750"/>
            <a:ext cx="20838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037" name="Google Shape;2037;p36"/>
          <p:cNvSpPr txBox="1"/>
          <p:nvPr>
            <p:ph idx="4" type="subTitle"/>
          </p:nvPr>
        </p:nvSpPr>
        <p:spPr>
          <a:xfrm>
            <a:off x="4981131" y="3439300"/>
            <a:ext cx="20838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38" name="Google Shape;2038;p36"/>
          <p:cNvSpPr/>
          <p:nvPr/>
        </p:nvSpPr>
        <p:spPr>
          <a:xfrm flipH="1">
            <a:off x="8270391" y="22796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9" name="Google Shape;2039;p36"/>
          <p:cNvGrpSpPr/>
          <p:nvPr/>
        </p:nvGrpSpPr>
        <p:grpSpPr>
          <a:xfrm rot="5400000">
            <a:off x="7651004" y="3368691"/>
            <a:ext cx="2227589" cy="1527191"/>
            <a:chOff x="5519300" y="372750"/>
            <a:chExt cx="1039375" cy="712575"/>
          </a:xfrm>
        </p:grpSpPr>
        <p:sp>
          <p:nvSpPr>
            <p:cNvPr id="2040" name="Google Shape;2040;p36"/>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36"/>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36"/>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6"/>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6"/>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6"/>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6"/>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6"/>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36"/>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36"/>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36"/>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6"/>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6"/>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6"/>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6"/>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6"/>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6"/>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6"/>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6"/>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36"/>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6"/>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36"/>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36"/>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36"/>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36"/>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36"/>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36"/>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36"/>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36"/>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36"/>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36"/>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36"/>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6"/>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6"/>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36"/>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36"/>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6"/>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6"/>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6"/>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6"/>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36"/>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36"/>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36"/>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36"/>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36"/>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36"/>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36"/>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36"/>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36"/>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36"/>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36"/>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36"/>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36"/>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36"/>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6"/>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36"/>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36"/>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36"/>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36"/>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36"/>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36"/>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36"/>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6"/>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36"/>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36"/>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36"/>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36"/>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7" name="Google Shape;2107;p36"/>
          <p:cNvGrpSpPr/>
          <p:nvPr/>
        </p:nvGrpSpPr>
        <p:grpSpPr>
          <a:xfrm rot="-5400000">
            <a:off x="-818942" y="1077257"/>
            <a:ext cx="2227588" cy="726522"/>
            <a:chOff x="3799000" y="1820400"/>
            <a:chExt cx="1039375" cy="338989"/>
          </a:xfrm>
        </p:grpSpPr>
        <p:sp>
          <p:nvSpPr>
            <p:cNvPr id="2108" name="Google Shape;2108;p36"/>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36"/>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36"/>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36"/>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36"/>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36"/>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36"/>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36"/>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36"/>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36"/>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36"/>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36"/>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36"/>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36"/>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36"/>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36"/>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36"/>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36"/>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36"/>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36"/>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36"/>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36"/>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36"/>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36"/>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36"/>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36"/>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36"/>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36"/>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36"/>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36"/>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36"/>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36"/>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36"/>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36"/>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36"/>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36"/>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4" name="Google Shape;2144;p36"/>
          <p:cNvSpPr/>
          <p:nvPr/>
        </p:nvSpPr>
        <p:spPr>
          <a:xfrm flipH="1">
            <a:off x="-1058342" y="3902385"/>
            <a:ext cx="2574600" cy="2574600"/>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5" name="Google Shape;2145;p36"/>
          <p:cNvPicPr preferRelativeResize="0"/>
          <p:nvPr/>
        </p:nvPicPr>
        <p:blipFill>
          <a:blip r:embed="rId2">
            <a:alphaModFix/>
          </a:blip>
          <a:stretch>
            <a:fillRect/>
          </a:stretch>
        </p:blipFill>
        <p:spPr>
          <a:xfrm>
            <a:off x="100850" y="3694589"/>
            <a:ext cx="1306575" cy="1368000"/>
          </a:xfrm>
          <a:prstGeom prst="rect">
            <a:avLst/>
          </a:prstGeom>
          <a:noFill/>
          <a:ln>
            <a:noFill/>
          </a:ln>
        </p:spPr>
      </p:pic>
      <p:sp>
        <p:nvSpPr>
          <p:cNvPr id="2146" name="Google Shape;2146;p36"/>
          <p:cNvSpPr/>
          <p:nvPr/>
        </p:nvSpPr>
        <p:spPr>
          <a:xfrm flipH="1" rot="5400000">
            <a:off x="-383111" y="-1285175"/>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36"/>
          <p:cNvSpPr/>
          <p:nvPr/>
        </p:nvSpPr>
        <p:spPr>
          <a:xfrm flipH="1">
            <a:off x="-87012" y="-979068"/>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48" name="Google Shape;2148;p36"/>
          <p:cNvPicPr preferRelativeResize="0"/>
          <p:nvPr/>
        </p:nvPicPr>
        <p:blipFill>
          <a:blip r:embed="rId3">
            <a:alphaModFix/>
          </a:blip>
          <a:stretch>
            <a:fillRect/>
          </a:stretch>
        </p:blipFill>
        <p:spPr>
          <a:xfrm>
            <a:off x="8514494" y="748521"/>
            <a:ext cx="1013918" cy="726975"/>
          </a:xfrm>
          <a:prstGeom prst="rect">
            <a:avLst/>
          </a:prstGeom>
          <a:noFill/>
          <a:ln>
            <a:noFill/>
          </a:ln>
        </p:spPr>
      </p:pic>
      <p:sp>
        <p:nvSpPr>
          <p:cNvPr id="2149" name="Google Shape;2149;p36"/>
          <p:cNvSpPr/>
          <p:nvPr/>
        </p:nvSpPr>
        <p:spPr>
          <a:xfrm flipH="1" rot="-5400000">
            <a:off x="6829239" y="4604100"/>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36"/>
          <p:cNvSpPr/>
          <p:nvPr/>
        </p:nvSpPr>
        <p:spPr>
          <a:xfrm flipH="1" rot="10800000">
            <a:off x="6912341" y="4676592"/>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1" name="Google Shape;2151;p36"/>
          <p:cNvPicPr preferRelativeResize="0"/>
          <p:nvPr/>
        </p:nvPicPr>
        <p:blipFill>
          <a:blip r:embed="rId3">
            <a:alphaModFix/>
          </a:blip>
          <a:stretch>
            <a:fillRect/>
          </a:stretch>
        </p:blipFill>
        <p:spPr>
          <a:xfrm>
            <a:off x="1567494" y="4676596"/>
            <a:ext cx="1013918" cy="726975"/>
          </a:xfrm>
          <a:prstGeom prst="rect">
            <a:avLst/>
          </a:prstGeom>
          <a:noFill/>
          <a:ln>
            <a:noFill/>
          </a:ln>
        </p:spPr>
      </p:pic>
      <p:pic>
        <p:nvPicPr>
          <p:cNvPr id="2152" name="Google Shape;2152;p36"/>
          <p:cNvPicPr preferRelativeResize="0"/>
          <p:nvPr/>
        </p:nvPicPr>
        <p:blipFill>
          <a:blip r:embed="rId3">
            <a:alphaModFix/>
          </a:blip>
          <a:stretch>
            <a:fillRect/>
          </a:stretch>
        </p:blipFill>
        <p:spPr>
          <a:xfrm>
            <a:off x="-508956" y="2685121"/>
            <a:ext cx="1013918" cy="726975"/>
          </a:xfrm>
          <a:prstGeom prst="rect">
            <a:avLst/>
          </a:prstGeom>
          <a:noFill/>
          <a:ln>
            <a:noFill/>
          </a:ln>
        </p:spPr>
      </p:pic>
      <p:pic>
        <p:nvPicPr>
          <p:cNvPr id="2153" name="Google Shape;2153;p36"/>
          <p:cNvPicPr preferRelativeResize="0"/>
          <p:nvPr/>
        </p:nvPicPr>
        <p:blipFill>
          <a:blip r:embed="rId3">
            <a:alphaModFix/>
          </a:blip>
          <a:stretch>
            <a:fillRect/>
          </a:stretch>
        </p:blipFill>
        <p:spPr>
          <a:xfrm>
            <a:off x="7722166" y="-427950"/>
            <a:ext cx="1217532" cy="872974"/>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3_1_1_2">
    <p:spTree>
      <p:nvGrpSpPr>
        <p:cNvPr id="2154" name="Shape 2154"/>
        <p:cNvGrpSpPr/>
        <p:nvPr/>
      </p:nvGrpSpPr>
      <p:grpSpPr>
        <a:xfrm>
          <a:off x="0" y="0"/>
          <a:ext cx="0" cy="0"/>
          <a:chOff x="0" y="0"/>
          <a:chExt cx="0" cy="0"/>
        </a:xfrm>
      </p:grpSpPr>
      <p:sp>
        <p:nvSpPr>
          <p:cNvPr id="2155" name="Google Shape;2155;p37"/>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156" name="Google Shape;2156;p37"/>
          <p:cNvSpPr txBox="1"/>
          <p:nvPr>
            <p:ph idx="1" type="subTitle"/>
          </p:nvPr>
        </p:nvSpPr>
        <p:spPr>
          <a:xfrm>
            <a:off x="1237236" y="1649888"/>
            <a:ext cx="3136200" cy="2343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57" name="Google Shape;2157;p37"/>
          <p:cNvSpPr txBox="1"/>
          <p:nvPr>
            <p:ph idx="2" type="subTitle"/>
          </p:nvPr>
        </p:nvSpPr>
        <p:spPr>
          <a:xfrm>
            <a:off x="4770564" y="1649888"/>
            <a:ext cx="3136200" cy="2343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158" name="Google Shape;2158;p37"/>
          <p:cNvGrpSpPr/>
          <p:nvPr/>
        </p:nvGrpSpPr>
        <p:grpSpPr>
          <a:xfrm rot="5400000">
            <a:off x="-716077" y="3282010"/>
            <a:ext cx="2227568" cy="326604"/>
            <a:chOff x="5911703" y="-1770615"/>
            <a:chExt cx="2227568" cy="326604"/>
          </a:xfrm>
        </p:grpSpPr>
        <p:sp>
          <p:nvSpPr>
            <p:cNvPr id="2159" name="Google Shape;2159;p37"/>
            <p:cNvSpPr/>
            <p:nvPr/>
          </p:nvSpPr>
          <p:spPr>
            <a:xfrm>
              <a:off x="8013271"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37"/>
            <p:cNvSpPr/>
            <p:nvPr/>
          </p:nvSpPr>
          <p:spPr>
            <a:xfrm>
              <a:off x="7631168"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37"/>
            <p:cNvSpPr/>
            <p:nvPr/>
          </p:nvSpPr>
          <p:spPr>
            <a:xfrm>
              <a:off x="7249064"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37"/>
            <p:cNvSpPr/>
            <p:nvPr/>
          </p:nvSpPr>
          <p:spPr>
            <a:xfrm>
              <a:off x="7058013"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37"/>
            <p:cNvSpPr/>
            <p:nvPr/>
          </p:nvSpPr>
          <p:spPr>
            <a:xfrm>
              <a:off x="6102754"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37"/>
            <p:cNvSpPr/>
            <p:nvPr/>
          </p:nvSpPr>
          <p:spPr>
            <a:xfrm>
              <a:off x="6293806"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37"/>
            <p:cNvSpPr/>
            <p:nvPr/>
          </p:nvSpPr>
          <p:spPr>
            <a:xfrm>
              <a:off x="5911703" y="-1770615"/>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37"/>
            <p:cNvSpPr/>
            <p:nvPr/>
          </p:nvSpPr>
          <p:spPr>
            <a:xfrm>
              <a:off x="7822219"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37"/>
            <p:cNvSpPr/>
            <p:nvPr/>
          </p:nvSpPr>
          <p:spPr>
            <a:xfrm>
              <a:off x="8013271"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37"/>
            <p:cNvSpPr/>
            <p:nvPr/>
          </p:nvSpPr>
          <p:spPr>
            <a:xfrm>
              <a:off x="7249064"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37"/>
            <p:cNvSpPr/>
            <p:nvPr/>
          </p:nvSpPr>
          <p:spPr>
            <a:xfrm>
              <a:off x="7440116"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37"/>
            <p:cNvSpPr/>
            <p:nvPr/>
          </p:nvSpPr>
          <p:spPr>
            <a:xfrm>
              <a:off x="7058013"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7"/>
            <p:cNvSpPr/>
            <p:nvPr/>
          </p:nvSpPr>
          <p:spPr>
            <a:xfrm>
              <a:off x="6675909"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37"/>
            <p:cNvSpPr/>
            <p:nvPr/>
          </p:nvSpPr>
          <p:spPr>
            <a:xfrm>
              <a:off x="6866961"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37"/>
            <p:cNvSpPr/>
            <p:nvPr/>
          </p:nvSpPr>
          <p:spPr>
            <a:xfrm>
              <a:off x="6484858"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37"/>
            <p:cNvSpPr/>
            <p:nvPr/>
          </p:nvSpPr>
          <p:spPr>
            <a:xfrm>
              <a:off x="6293806"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37"/>
            <p:cNvSpPr/>
            <p:nvPr/>
          </p:nvSpPr>
          <p:spPr>
            <a:xfrm>
              <a:off x="5911703" y="-1570011"/>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6" name="Google Shape;2176;p37"/>
          <p:cNvSpPr/>
          <p:nvPr/>
        </p:nvSpPr>
        <p:spPr>
          <a:xfrm flipH="1" rot="8223760">
            <a:off x="8066614" y="3302903"/>
            <a:ext cx="1986206" cy="1986646"/>
          </a:xfrm>
          <a:prstGeom prst="blockArc">
            <a:avLst>
              <a:gd fmla="val 5100224" name="adj1"/>
              <a:gd fmla="val 16890590" name="adj2"/>
              <a:gd fmla="val 2586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37"/>
          <p:cNvSpPr/>
          <p:nvPr/>
        </p:nvSpPr>
        <p:spPr>
          <a:xfrm flipH="1" rot="8223572">
            <a:off x="8098025" y="3495149"/>
            <a:ext cx="1534706" cy="1534721"/>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37"/>
          <p:cNvSpPr/>
          <p:nvPr/>
        </p:nvSpPr>
        <p:spPr>
          <a:xfrm flipH="1" rot="656896">
            <a:off x="-1466385" y="950324"/>
            <a:ext cx="2255655" cy="2255712"/>
          </a:xfrm>
          <a:prstGeom prst="blockArc">
            <a:avLst>
              <a:gd fmla="val 5100224" name="adj1"/>
              <a:gd fmla="val 17105252" name="adj2"/>
              <a:gd fmla="val 2295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37"/>
          <p:cNvSpPr/>
          <p:nvPr/>
        </p:nvSpPr>
        <p:spPr>
          <a:xfrm flipH="1" rot="656663">
            <a:off x="-951810" y="1473801"/>
            <a:ext cx="1742900" cy="174295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0" name="Google Shape;2180;p37"/>
          <p:cNvGrpSpPr/>
          <p:nvPr/>
        </p:nvGrpSpPr>
        <p:grpSpPr>
          <a:xfrm flipH="1" rot="-5400000">
            <a:off x="7876900" y="1636706"/>
            <a:ext cx="2036537" cy="726522"/>
            <a:chOff x="5697593" y="1680311"/>
            <a:chExt cx="950232" cy="338989"/>
          </a:xfrm>
        </p:grpSpPr>
        <p:sp>
          <p:nvSpPr>
            <p:cNvPr id="2181" name="Google Shape;2181;p37"/>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37"/>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37"/>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37"/>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37"/>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37"/>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37"/>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37"/>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37"/>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7"/>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37"/>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37"/>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37"/>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37"/>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37"/>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37"/>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37"/>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37"/>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37"/>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37"/>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37"/>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37"/>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37"/>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37"/>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37"/>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37"/>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37"/>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37"/>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37"/>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37"/>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1" name="Google Shape;2211;p37"/>
          <p:cNvGrpSpPr/>
          <p:nvPr/>
        </p:nvGrpSpPr>
        <p:grpSpPr>
          <a:xfrm flipH="1">
            <a:off x="-381821" y="-103359"/>
            <a:ext cx="2227588" cy="726522"/>
            <a:chOff x="3620725" y="372750"/>
            <a:chExt cx="1039375" cy="338989"/>
          </a:xfrm>
        </p:grpSpPr>
        <p:sp>
          <p:nvSpPr>
            <p:cNvPr id="2212" name="Google Shape;2212;p37"/>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37"/>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37"/>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37"/>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37"/>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37"/>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37"/>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37"/>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37"/>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37"/>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37"/>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37"/>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37"/>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37"/>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37"/>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37"/>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37"/>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37"/>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37"/>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37"/>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37"/>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37"/>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37"/>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37"/>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37"/>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37"/>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37"/>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37"/>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37"/>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37"/>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37"/>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37"/>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37"/>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37"/>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37"/>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37"/>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37"/>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49" name="Google Shape;2249;p37"/>
          <p:cNvPicPr preferRelativeResize="0"/>
          <p:nvPr/>
        </p:nvPicPr>
        <p:blipFill>
          <a:blip r:embed="rId2">
            <a:alphaModFix/>
          </a:blip>
          <a:stretch>
            <a:fillRect/>
          </a:stretch>
        </p:blipFill>
        <p:spPr>
          <a:xfrm>
            <a:off x="8634597" y="3947683"/>
            <a:ext cx="665700" cy="1111385"/>
          </a:xfrm>
          <a:prstGeom prst="rect">
            <a:avLst/>
          </a:prstGeom>
          <a:noFill/>
          <a:ln>
            <a:noFill/>
          </a:ln>
        </p:spPr>
      </p:pic>
      <p:sp>
        <p:nvSpPr>
          <p:cNvPr id="2250" name="Google Shape;2250;p37"/>
          <p:cNvSpPr/>
          <p:nvPr/>
        </p:nvSpPr>
        <p:spPr>
          <a:xfrm flipH="1" rot="-4743008">
            <a:off x="936100" y="4678764"/>
            <a:ext cx="2593314" cy="2593371"/>
          </a:xfrm>
          <a:prstGeom prst="blockArc">
            <a:avLst>
              <a:gd fmla="val 5100224" name="adj1"/>
              <a:gd fmla="val 16747037" name="adj2"/>
              <a:gd fmla="val 11247"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37"/>
          <p:cNvSpPr/>
          <p:nvPr/>
        </p:nvSpPr>
        <p:spPr>
          <a:xfrm flipH="1" rot="-4743408">
            <a:off x="1537977" y="4676626"/>
            <a:ext cx="2003838" cy="2003895"/>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3_1_1_1">
    <p:spTree>
      <p:nvGrpSpPr>
        <p:cNvPr id="2252" name="Shape 2252"/>
        <p:cNvGrpSpPr/>
        <p:nvPr/>
      </p:nvGrpSpPr>
      <p:grpSpPr>
        <a:xfrm>
          <a:off x="0" y="0"/>
          <a:ext cx="0" cy="0"/>
          <a:chOff x="0" y="0"/>
          <a:chExt cx="0" cy="0"/>
        </a:xfrm>
      </p:grpSpPr>
      <p:sp>
        <p:nvSpPr>
          <p:cNvPr id="2253" name="Google Shape;2253;p38"/>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254" name="Google Shape;2254;p38"/>
          <p:cNvSpPr txBox="1"/>
          <p:nvPr>
            <p:ph idx="2" type="title"/>
          </p:nvPr>
        </p:nvSpPr>
        <p:spPr>
          <a:xfrm>
            <a:off x="1099200" y="2941050"/>
            <a:ext cx="20067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255" name="Google Shape;2255;p38"/>
          <p:cNvSpPr txBox="1"/>
          <p:nvPr>
            <p:ph idx="1" type="subTitle"/>
          </p:nvPr>
        </p:nvSpPr>
        <p:spPr>
          <a:xfrm>
            <a:off x="1099200" y="3370599"/>
            <a:ext cx="2006700" cy="831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56" name="Google Shape;2256;p38"/>
          <p:cNvSpPr txBox="1"/>
          <p:nvPr>
            <p:ph idx="3" type="title"/>
          </p:nvPr>
        </p:nvSpPr>
        <p:spPr>
          <a:xfrm>
            <a:off x="3528012" y="2941050"/>
            <a:ext cx="20067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257" name="Google Shape;2257;p38"/>
          <p:cNvSpPr txBox="1"/>
          <p:nvPr>
            <p:ph idx="4" type="subTitle"/>
          </p:nvPr>
        </p:nvSpPr>
        <p:spPr>
          <a:xfrm>
            <a:off x="3528012" y="3370600"/>
            <a:ext cx="2006700" cy="831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58" name="Google Shape;2258;p38"/>
          <p:cNvSpPr txBox="1"/>
          <p:nvPr>
            <p:ph idx="5" type="title"/>
          </p:nvPr>
        </p:nvSpPr>
        <p:spPr>
          <a:xfrm>
            <a:off x="5956750" y="2941050"/>
            <a:ext cx="20067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259" name="Google Shape;2259;p38"/>
          <p:cNvSpPr txBox="1"/>
          <p:nvPr>
            <p:ph idx="6" type="subTitle"/>
          </p:nvPr>
        </p:nvSpPr>
        <p:spPr>
          <a:xfrm>
            <a:off x="5956750" y="3370600"/>
            <a:ext cx="2006700" cy="831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260" name="Google Shape;2260;p38"/>
          <p:cNvGrpSpPr/>
          <p:nvPr/>
        </p:nvGrpSpPr>
        <p:grpSpPr>
          <a:xfrm>
            <a:off x="7130578" y="4680303"/>
            <a:ext cx="2227588" cy="726522"/>
            <a:chOff x="3857800" y="1143286"/>
            <a:chExt cx="1039375" cy="338989"/>
          </a:xfrm>
        </p:grpSpPr>
        <p:sp>
          <p:nvSpPr>
            <p:cNvPr id="2261" name="Google Shape;2261;p38"/>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38"/>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38"/>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38"/>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38"/>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38"/>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38"/>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38"/>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38"/>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38"/>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38"/>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38"/>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38"/>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38"/>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38"/>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38"/>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38"/>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38"/>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38"/>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38"/>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38"/>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38"/>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38"/>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38"/>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38"/>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38"/>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38"/>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38"/>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38"/>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38"/>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1" name="Google Shape;2291;p38"/>
          <p:cNvGrpSpPr/>
          <p:nvPr/>
        </p:nvGrpSpPr>
        <p:grpSpPr>
          <a:xfrm>
            <a:off x="-254692" y="-76870"/>
            <a:ext cx="2227588" cy="726522"/>
            <a:chOff x="5608450" y="1680311"/>
            <a:chExt cx="1039375" cy="338989"/>
          </a:xfrm>
        </p:grpSpPr>
        <p:sp>
          <p:nvSpPr>
            <p:cNvPr id="2292" name="Google Shape;2292;p38"/>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38"/>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38"/>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38"/>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38"/>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38"/>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38"/>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38"/>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38"/>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38"/>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38"/>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38"/>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38"/>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38"/>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38"/>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38"/>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38"/>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38"/>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38"/>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38"/>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38"/>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38"/>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38"/>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38"/>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38"/>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38"/>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38"/>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38"/>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38"/>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38"/>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38"/>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38"/>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38"/>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38"/>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38"/>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38"/>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8" name="Google Shape;2328;p38"/>
          <p:cNvSpPr/>
          <p:nvPr/>
        </p:nvSpPr>
        <p:spPr>
          <a:xfrm rot="-1856039">
            <a:off x="8454804" y="2577737"/>
            <a:ext cx="2574846" cy="2574846"/>
          </a:xfrm>
          <a:prstGeom prst="blockArc">
            <a:avLst>
              <a:gd fmla="val 5958233" name="adj1"/>
              <a:gd fmla="val 17338531" name="adj2"/>
              <a:gd fmla="val 8483"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38"/>
          <p:cNvSpPr/>
          <p:nvPr/>
        </p:nvSpPr>
        <p:spPr>
          <a:xfrm>
            <a:off x="8472788" y="25100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38"/>
          <p:cNvSpPr/>
          <p:nvPr/>
        </p:nvSpPr>
        <p:spPr>
          <a:xfrm flipH="1" rot="1856039">
            <a:off x="-1791221" y="147812"/>
            <a:ext cx="2574846" cy="2574846"/>
          </a:xfrm>
          <a:prstGeom prst="blockArc">
            <a:avLst>
              <a:gd fmla="val 5958233" name="adj1"/>
              <a:gd fmla="val 17474158" name="adj2"/>
              <a:gd fmla="val 15925"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38"/>
          <p:cNvSpPr/>
          <p:nvPr/>
        </p:nvSpPr>
        <p:spPr>
          <a:xfrm flipH="1">
            <a:off x="-1205123" y="422875"/>
            <a:ext cx="2118000" cy="2118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38"/>
          <p:cNvSpPr/>
          <p:nvPr/>
        </p:nvSpPr>
        <p:spPr>
          <a:xfrm>
            <a:off x="6337536" y="4893650"/>
            <a:ext cx="1326600" cy="1327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3" name="Google Shape;2333;p38"/>
          <p:cNvGrpSpPr/>
          <p:nvPr/>
        </p:nvGrpSpPr>
        <p:grpSpPr>
          <a:xfrm>
            <a:off x="282666" y="4529415"/>
            <a:ext cx="485944" cy="339170"/>
            <a:chOff x="5265975" y="1869575"/>
            <a:chExt cx="269400" cy="128825"/>
          </a:xfrm>
        </p:grpSpPr>
        <p:cxnSp>
          <p:nvCxnSpPr>
            <p:cNvPr id="2334" name="Google Shape;2334;p38"/>
            <p:cNvCxnSpPr/>
            <p:nvPr/>
          </p:nvCxnSpPr>
          <p:spPr>
            <a:xfrm>
              <a:off x="5265975" y="1869575"/>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335" name="Google Shape;2335;p38"/>
            <p:cNvCxnSpPr/>
            <p:nvPr/>
          </p:nvCxnSpPr>
          <p:spPr>
            <a:xfrm>
              <a:off x="5265975" y="1901781"/>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336" name="Google Shape;2336;p38"/>
            <p:cNvCxnSpPr/>
            <p:nvPr/>
          </p:nvCxnSpPr>
          <p:spPr>
            <a:xfrm>
              <a:off x="5265975" y="1933988"/>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337" name="Google Shape;2337;p38"/>
            <p:cNvCxnSpPr/>
            <p:nvPr/>
          </p:nvCxnSpPr>
          <p:spPr>
            <a:xfrm>
              <a:off x="5265975" y="1966194"/>
              <a:ext cx="269400" cy="0"/>
            </a:xfrm>
            <a:prstGeom prst="straightConnector1">
              <a:avLst/>
            </a:prstGeom>
            <a:noFill/>
            <a:ln cap="flat" cmpd="sng" w="9525">
              <a:solidFill>
                <a:schemeClr val="dk1"/>
              </a:solidFill>
              <a:prstDash val="solid"/>
              <a:round/>
              <a:headEnd len="med" w="med" type="none"/>
              <a:tailEnd len="med" w="med" type="none"/>
            </a:ln>
          </p:spPr>
        </p:cxnSp>
        <p:cxnSp>
          <p:nvCxnSpPr>
            <p:cNvPr id="2338" name="Google Shape;2338;p38"/>
            <p:cNvCxnSpPr/>
            <p:nvPr/>
          </p:nvCxnSpPr>
          <p:spPr>
            <a:xfrm>
              <a:off x="5265975" y="1998400"/>
              <a:ext cx="2694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3_1_1_1_1_1_1_1_1">
    <p:spTree>
      <p:nvGrpSpPr>
        <p:cNvPr id="2339" name="Shape 2339"/>
        <p:cNvGrpSpPr/>
        <p:nvPr/>
      </p:nvGrpSpPr>
      <p:grpSpPr>
        <a:xfrm>
          <a:off x="0" y="0"/>
          <a:ext cx="0" cy="0"/>
          <a:chOff x="0" y="0"/>
          <a:chExt cx="0" cy="0"/>
        </a:xfrm>
      </p:grpSpPr>
      <p:sp>
        <p:nvSpPr>
          <p:cNvPr id="2340" name="Google Shape;2340;p39"/>
          <p:cNvSpPr txBox="1"/>
          <p:nvPr>
            <p:ph type="title"/>
          </p:nvPr>
        </p:nvSpPr>
        <p:spPr>
          <a:xfrm>
            <a:off x="4567401" y="445025"/>
            <a:ext cx="3863400" cy="7389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341" name="Google Shape;2341;p39"/>
          <p:cNvSpPr txBox="1"/>
          <p:nvPr>
            <p:ph idx="2" type="title"/>
          </p:nvPr>
        </p:nvSpPr>
        <p:spPr>
          <a:xfrm>
            <a:off x="5368999" y="1240325"/>
            <a:ext cx="28782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342" name="Google Shape;2342;p39"/>
          <p:cNvSpPr txBox="1"/>
          <p:nvPr>
            <p:ph idx="1" type="subTitle"/>
          </p:nvPr>
        </p:nvSpPr>
        <p:spPr>
          <a:xfrm>
            <a:off x="5369002" y="1669875"/>
            <a:ext cx="2878200" cy="39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3" name="Google Shape;2343;p39"/>
          <p:cNvSpPr txBox="1"/>
          <p:nvPr>
            <p:ph idx="3" type="title"/>
          </p:nvPr>
        </p:nvSpPr>
        <p:spPr>
          <a:xfrm>
            <a:off x="5369000" y="2905671"/>
            <a:ext cx="28782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344" name="Google Shape;2344;p39"/>
          <p:cNvSpPr txBox="1"/>
          <p:nvPr>
            <p:ph idx="4" type="subTitle"/>
          </p:nvPr>
        </p:nvSpPr>
        <p:spPr>
          <a:xfrm>
            <a:off x="5369002" y="3335220"/>
            <a:ext cx="2878200" cy="39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5" name="Google Shape;2345;p39"/>
          <p:cNvSpPr txBox="1"/>
          <p:nvPr>
            <p:ph idx="5" type="title"/>
          </p:nvPr>
        </p:nvSpPr>
        <p:spPr>
          <a:xfrm>
            <a:off x="5368999" y="2073008"/>
            <a:ext cx="28782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346" name="Google Shape;2346;p39"/>
          <p:cNvSpPr txBox="1"/>
          <p:nvPr>
            <p:ph idx="6" type="subTitle"/>
          </p:nvPr>
        </p:nvSpPr>
        <p:spPr>
          <a:xfrm>
            <a:off x="5369002" y="2502560"/>
            <a:ext cx="2878200" cy="393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7" name="Google Shape;2347;p39"/>
          <p:cNvSpPr txBox="1"/>
          <p:nvPr>
            <p:ph idx="7" type="title"/>
          </p:nvPr>
        </p:nvSpPr>
        <p:spPr>
          <a:xfrm>
            <a:off x="5369000" y="3735832"/>
            <a:ext cx="2878200" cy="527700"/>
          </a:xfrm>
          <a:prstGeom prst="rect">
            <a:avLst/>
          </a:prstGeom>
        </p:spPr>
        <p:txBody>
          <a:bodyPr anchorCtr="0" anchor="b"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348" name="Google Shape;2348;p39"/>
          <p:cNvSpPr txBox="1"/>
          <p:nvPr>
            <p:ph idx="8" type="subTitle"/>
          </p:nvPr>
        </p:nvSpPr>
        <p:spPr>
          <a:xfrm>
            <a:off x="5369000" y="4165381"/>
            <a:ext cx="2878200" cy="38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49" name="Google Shape;2349;p39"/>
          <p:cNvSpPr/>
          <p:nvPr/>
        </p:nvSpPr>
        <p:spPr>
          <a:xfrm flipH="1" rot="-5400000">
            <a:off x="1032349" y="3870837"/>
            <a:ext cx="2424900" cy="2424900"/>
          </a:xfrm>
          <a:prstGeom prst="blockArc">
            <a:avLst>
              <a:gd fmla="val 4146271" name="adj1"/>
              <a:gd fmla="val 18434685" name="adj2"/>
              <a:gd fmla="val 2137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39"/>
          <p:cNvSpPr/>
          <p:nvPr/>
        </p:nvSpPr>
        <p:spPr>
          <a:xfrm flipH="1">
            <a:off x="-1230427" y="328923"/>
            <a:ext cx="3063300" cy="3063300"/>
          </a:xfrm>
          <a:prstGeom prst="blockArc">
            <a:avLst>
              <a:gd fmla="val 4146271" name="adj1"/>
              <a:gd fmla="val 17442719" name="adj2"/>
              <a:gd fmla="val 10272"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39"/>
          <p:cNvSpPr/>
          <p:nvPr/>
        </p:nvSpPr>
        <p:spPr>
          <a:xfrm flipH="1">
            <a:off x="-831976" y="539375"/>
            <a:ext cx="2488800" cy="2489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39"/>
          <p:cNvSpPr/>
          <p:nvPr/>
        </p:nvSpPr>
        <p:spPr>
          <a:xfrm flipH="1" rot="626">
            <a:off x="2212555" y="-600269"/>
            <a:ext cx="1647000" cy="1647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53" name="Google Shape;2353;p39"/>
          <p:cNvGrpSpPr/>
          <p:nvPr/>
        </p:nvGrpSpPr>
        <p:grpSpPr>
          <a:xfrm>
            <a:off x="1502329" y="4322353"/>
            <a:ext cx="2227588" cy="726522"/>
            <a:chOff x="3620725" y="372750"/>
            <a:chExt cx="1039375" cy="338989"/>
          </a:xfrm>
        </p:grpSpPr>
        <p:sp>
          <p:nvSpPr>
            <p:cNvPr id="2354" name="Google Shape;2354;p39"/>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39"/>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39"/>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39"/>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39"/>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39"/>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39"/>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39"/>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39"/>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39"/>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39"/>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39"/>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39"/>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39"/>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39"/>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39"/>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39"/>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39"/>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39"/>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39"/>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39"/>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39"/>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39"/>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39"/>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39"/>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39"/>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39"/>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39"/>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39"/>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39"/>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39"/>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39"/>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39"/>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39"/>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39"/>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39"/>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39"/>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1" name="Google Shape;2391;p39"/>
          <p:cNvSpPr/>
          <p:nvPr/>
        </p:nvSpPr>
        <p:spPr>
          <a:xfrm flipH="1" rot="10800000">
            <a:off x="8580477" y="765237"/>
            <a:ext cx="1647000" cy="1647000"/>
          </a:xfrm>
          <a:prstGeom prst="blockArc">
            <a:avLst>
              <a:gd fmla="val 4146271" name="adj1"/>
              <a:gd fmla="val 18434685" name="adj2"/>
              <a:gd fmla="val 2137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39"/>
          <p:cNvSpPr/>
          <p:nvPr/>
        </p:nvSpPr>
        <p:spPr>
          <a:xfrm flipH="1" rot="10800000">
            <a:off x="8639604" y="1125452"/>
            <a:ext cx="1338000" cy="13386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3" name="Google Shape;2393;p39"/>
          <p:cNvGrpSpPr/>
          <p:nvPr/>
        </p:nvGrpSpPr>
        <p:grpSpPr>
          <a:xfrm rot="5400000">
            <a:off x="-460947" y="3018540"/>
            <a:ext cx="2227588" cy="726522"/>
            <a:chOff x="3857800" y="1143286"/>
            <a:chExt cx="1039375" cy="338989"/>
          </a:xfrm>
        </p:grpSpPr>
        <p:sp>
          <p:nvSpPr>
            <p:cNvPr id="2394" name="Google Shape;2394;p39"/>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39"/>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39"/>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39"/>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39"/>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39"/>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39"/>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39"/>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39"/>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39"/>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39"/>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39"/>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39"/>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39"/>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39"/>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39"/>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39"/>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39"/>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39"/>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39"/>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39"/>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39"/>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39"/>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39"/>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39"/>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39"/>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39"/>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39"/>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39"/>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39"/>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24" name="Google Shape;2424;p39"/>
          <p:cNvSpPr txBox="1"/>
          <p:nvPr>
            <p:ph hasCustomPrompt="1" idx="9" type="title"/>
          </p:nvPr>
        </p:nvSpPr>
        <p:spPr>
          <a:xfrm>
            <a:off x="4503190" y="1477975"/>
            <a:ext cx="658500" cy="39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425" name="Google Shape;2425;p39"/>
          <p:cNvSpPr txBox="1"/>
          <p:nvPr>
            <p:ph hasCustomPrompt="1" idx="13" type="title"/>
          </p:nvPr>
        </p:nvSpPr>
        <p:spPr>
          <a:xfrm>
            <a:off x="4503190" y="2301691"/>
            <a:ext cx="658500" cy="39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426" name="Google Shape;2426;p39"/>
          <p:cNvSpPr txBox="1"/>
          <p:nvPr>
            <p:ph hasCustomPrompt="1" idx="14" type="title"/>
          </p:nvPr>
        </p:nvSpPr>
        <p:spPr>
          <a:xfrm>
            <a:off x="4503190" y="3131278"/>
            <a:ext cx="658500" cy="39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427" name="Google Shape;2427;p39"/>
          <p:cNvSpPr txBox="1"/>
          <p:nvPr>
            <p:ph hasCustomPrompt="1" idx="15" type="title"/>
          </p:nvPr>
        </p:nvSpPr>
        <p:spPr>
          <a:xfrm>
            <a:off x="4503190" y="3977185"/>
            <a:ext cx="658500" cy="393300"/>
          </a:xfrm>
          <a:prstGeom prst="rect">
            <a:avLst/>
          </a:prstGeom>
        </p:spPr>
        <p:txBody>
          <a:bodyPr anchorCtr="0" anchor="ctr" bIns="91425" lIns="91425" spcFirstLastPara="1" rIns="91425" wrap="square" tIns="91425">
            <a:noAutofit/>
          </a:bodyPr>
          <a:lstStyle>
            <a:lvl1pPr lvl="0" algn="ctr">
              <a:spcBef>
                <a:spcPts val="0"/>
              </a:spcBef>
              <a:spcAft>
                <a:spcPts val="0"/>
              </a:spcAft>
              <a:buSzPts val="2400"/>
              <a:buNone/>
              <a:defRPr sz="24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4">
    <p:spTree>
      <p:nvGrpSpPr>
        <p:cNvPr id="2428" name="Shape 2428"/>
        <p:cNvGrpSpPr/>
        <p:nvPr/>
      </p:nvGrpSpPr>
      <p:grpSpPr>
        <a:xfrm>
          <a:off x="0" y="0"/>
          <a:ext cx="0" cy="0"/>
          <a:chOff x="0" y="0"/>
          <a:chExt cx="0" cy="0"/>
        </a:xfrm>
      </p:grpSpPr>
      <p:sp>
        <p:nvSpPr>
          <p:cNvPr id="2429" name="Google Shape;2429;p40"/>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430" name="Google Shape;2430;p40"/>
          <p:cNvSpPr txBox="1"/>
          <p:nvPr>
            <p:ph idx="2" type="title"/>
          </p:nvPr>
        </p:nvSpPr>
        <p:spPr>
          <a:xfrm>
            <a:off x="1015475" y="3267050"/>
            <a:ext cx="1801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431" name="Google Shape;2431;p40"/>
          <p:cNvSpPr txBox="1"/>
          <p:nvPr>
            <p:ph idx="1" type="subTitle"/>
          </p:nvPr>
        </p:nvSpPr>
        <p:spPr>
          <a:xfrm>
            <a:off x="1015475" y="3696599"/>
            <a:ext cx="1801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2" name="Google Shape;2432;p40"/>
          <p:cNvSpPr txBox="1"/>
          <p:nvPr>
            <p:ph idx="3" type="title"/>
          </p:nvPr>
        </p:nvSpPr>
        <p:spPr>
          <a:xfrm>
            <a:off x="3671479" y="3267050"/>
            <a:ext cx="1801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433" name="Google Shape;2433;p40"/>
          <p:cNvSpPr txBox="1"/>
          <p:nvPr>
            <p:ph idx="4" type="subTitle"/>
          </p:nvPr>
        </p:nvSpPr>
        <p:spPr>
          <a:xfrm>
            <a:off x="3671479" y="3696600"/>
            <a:ext cx="1801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4" name="Google Shape;2434;p40"/>
          <p:cNvSpPr txBox="1"/>
          <p:nvPr>
            <p:ph idx="5" type="title"/>
          </p:nvPr>
        </p:nvSpPr>
        <p:spPr>
          <a:xfrm>
            <a:off x="6327467" y="3267050"/>
            <a:ext cx="1801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435" name="Google Shape;2435;p40"/>
          <p:cNvSpPr txBox="1"/>
          <p:nvPr>
            <p:ph idx="6" type="subTitle"/>
          </p:nvPr>
        </p:nvSpPr>
        <p:spPr>
          <a:xfrm>
            <a:off x="6327467" y="3696600"/>
            <a:ext cx="1801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6" name="Google Shape;2436;p40"/>
          <p:cNvSpPr txBox="1"/>
          <p:nvPr>
            <p:ph idx="7" type="title"/>
          </p:nvPr>
        </p:nvSpPr>
        <p:spPr>
          <a:xfrm>
            <a:off x="1015475" y="1689375"/>
            <a:ext cx="1801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437" name="Google Shape;2437;p40"/>
          <p:cNvSpPr txBox="1"/>
          <p:nvPr>
            <p:ph idx="8" type="subTitle"/>
          </p:nvPr>
        </p:nvSpPr>
        <p:spPr>
          <a:xfrm>
            <a:off x="1015475" y="2118925"/>
            <a:ext cx="1801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38" name="Google Shape;2438;p40"/>
          <p:cNvSpPr txBox="1"/>
          <p:nvPr>
            <p:ph idx="9" type="title"/>
          </p:nvPr>
        </p:nvSpPr>
        <p:spPr>
          <a:xfrm>
            <a:off x="3671479" y="1689375"/>
            <a:ext cx="1801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439" name="Google Shape;2439;p40"/>
          <p:cNvSpPr txBox="1"/>
          <p:nvPr>
            <p:ph idx="13" type="subTitle"/>
          </p:nvPr>
        </p:nvSpPr>
        <p:spPr>
          <a:xfrm>
            <a:off x="3671479" y="2118925"/>
            <a:ext cx="1801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40" name="Google Shape;2440;p40"/>
          <p:cNvSpPr txBox="1"/>
          <p:nvPr>
            <p:ph idx="14" type="title"/>
          </p:nvPr>
        </p:nvSpPr>
        <p:spPr>
          <a:xfrm>
            <a:off x="6327467" y="1689375"/>
            <a:ext cx="1801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441" name="Google Shape;2441;p40"/>
          <p:cNvSpPr txBox="1"/>
          <p:nvPr>
            <p:ph idx="15" type="subTitle"/>
          </p:nvPr>
        </p:nvSpPr>
        <p:spPr>
          <a:xfrm>
            <a:off x="6327467" y="2118925"/>
            <a:ext cx="1801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42" name="Google Shape;2442;p40"/>
          <p:cNvSpPr/>
          <p:nvPr/>
        </p:nvSpPr>
        <p:spPr>
          <a:xfrm flipH="1" rot="-4499800">
            <a:off x="8145920" y="4621513"/>
            <a:ext cx="1939931" cy="1939931"/>
          </a:xfrm>
          <a:prstGeom prst="blockArc">
            <a:avLst>
              <a:gd fmla="val 5958233" name="adj1"/>
              <a:gd fmla="val 17385308" name="adj2"/>
              <a:gd fmla="val 20382"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43" name="Google Shape;2443;p40"/>
          <p:cNvGrpSpPr/>
          <p:nvPr/>
        </p:nvGrpSpPr>
        <p:grpSpPr>
          <a:xfrm>
            <a:off x="6046058" y="4642569"/>
            <a:ext cx="2227568" cy="326167"/>
            <a:chOff x="2570033" y="6824869"/>
            <a:chExt cx="2227568" cy="326167"/>
          </a:xfrm>
        </p:grpSpPr>
        <p:sp>
          <p:nvSpPr>
            <p:cNvPr id="2444" name="Google Shape;2444;p40"/>
            <p:cNvSpPr/>
            <p:nvPr/>
          </p:nvSpPr>
          <p:spPr>
            <a:xfrm>
              <a:off x="4480549"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40"/>
            <p:cNvSpPr/>
            <p:nvPr/>
          </p:nvSpPr>
          <p:spPr>
            <a:xfrm>
              <a:off x="4671601"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40"/>
            <p:cNvSpPr/>
            <p:nvPr/>
          </p:nvSpPr>
          <p:spPr>
            <a:xfrm>
              <a:off x="3907394"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40"/>
            <p:cNvSpPr/>
            <p:nvPr/>
          </p:nvSpPr>
          <p:spPr>
            <a:xfrm>
              <a:off x="4098446"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40"/>
            <p:cNvSpPr/>
            <p:nvPr/>
          </p:nvSpPr>
          <p:spPr>
            <a:xfrm>
              <a:off x="3716343"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40"/>
            <p:cNvSpPr/>
            <p:nvPr/>
          </p:nvSpPr>
          <p:spPr>
            <a:xfrm>
              <a:off x="3716343"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40"/>
            <p:cNvSpPr/>
            <p:nvPr/>
          </p:nvSpPr>
          <p:spPr>
            <a:xfrm>
              <a:off x="3334239"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40"/>
            <p:cNvSpPr/>
            <p:nvPr/>
          </p:nvSpPr>
          <p:spPr>
            <a:xfrm>
              <a:off x="3334239"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40"/>
            <p:cNvSpPr/>
            <p:nvPr/>
          </p:nvSpPr>
          <p:spPr>
            <a:xfrm>
              <a:off x="3525291"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40"/>
            <p:cNvSpPr/>
            <p:nvPr/>
          </p:nvSpPr>
          <p:spPr>
            <a:xfrm>
              <a:off x="3525291"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40"/>
            <p:cNvSpPr/>
            <p:nvPr/>
          </p:nvSpPr>
          <p:spPr>
            <a:xfrm>
              <a:off x="3143188"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40"/>
            <p:cNvSpPr/>
            <p:nvPr/>
          </p:nvSpPr>
          <p:spPr>
            <a:xfrm>
              <a:off x="2761084"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40"/>
            <p:cNvSpPr/>
            <p:nvPr/>
          </p:nvSpPr>
          <p:spPr>
            <a:xfrm>
              <a:off x="2952136"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40"/>
            <p:cNvSpPr/>
            <p:nvPr/>
          </p:nvSpPr>
          <p:spPr>
            <a:xfrm>
              <a:off x="2952136"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40"/>
            <p:cNvSpPr/>
            <p:nvPr/>
          </p:nvSpPr>
          <p:spPr>
            <a:xfrm>
              <a:off x="2570033" y="6824869"/>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40"/>
            <p:cNvSpPr/>
            <p:nvPr/>
          </p:nvSpPr>
          <p:spPr>
            <a:xfrm>
              <a:off x="2570033" y="7025036"/>
              <a:ext cx="126000" cy="126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0" name="Google Shape;2460;p40"/>
          <p:cNvGrpSpPr/>
          <p:nvPr/>
        </p:nvGrpSpPr>
        <p:grpSpPr>
          <a:xfrm flipH="1" rot="5400000">
            <a:off x="-759306" y="2004490"/>
            <a:ext cx="2227588" cy="726522"/>
            <a:chOff x="3857800" y="1143286"/>
            <a:chExt cx="1039375" cy="338989"/>
          </a:xfrm>
        </p:grpSpPr>
        <p:sp>
          <p:nvSpPr>
            <p:cNvPr id="2461" name="Google Shape;2461;p40"/>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40"/>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40"/>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40"/>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40"/>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40"/>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40"/>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40"/>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40"/>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40"/>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40"/>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40"/>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40"/>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40"/>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40"/>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40"/>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40"/>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40"/>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40"/>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40"/>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40"/>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40"/>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40"/>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40"/>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40"/>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40"/>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40"/>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40"/>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40"/>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90" name="Google Shape;2490;p40"/>
          <p:cNvSpPr/>
          <p:nvPr/>
        </p:nvSpPr>
        <p:spPr>
          <a:xfrm flipH="1" rot="900224">
            <a:off x="-2339988" y="124094"/>
            <a:ext cx="3016433" cy="3016433"/>
          </a:xfrm>
          <a:prstGeom prst="blockArc">
            <a:avLst>
              <a:gd fmla="val 5958233" name="adj1"/>
              <a:gd fmla="val 17310751" name="adj2"/>
              <a:gd fmla="val 8559"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40"/>
          <p:cNvSpPr/>
          <p:nvPr/>
        </p:nvSpPr>
        <p:spPr>
          <a:xfrm>
            <a:off x="-320815" y="-554925"/>
            <a:ext cx="1224600" cy="1225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40"/>
          <p:cNvSpPr/>
          <p:nvPr/>
        </p:nvSpPr>
        <p:spPr>
          <a:xfrm flipH="1">
            <a:off x="8212786" y="4580724"/>
            <a:ext cx="1608900" cy="1609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40"/>
          <p:cNvSpPr/>
          <p:nvPr/>
        </p:nvSpPr>
        <p:spPr>
          <a:xfrm>
            <a:off x="8634823" y="1282193"/>
            <a:ext cx="1409100" cy="1409100"/>
          </a:xfrm>
          <a:prstGeom prst="blockArc">
            <a:avLst>
              <a:gd fmla="val 2709197" name="adj1"/>
              <a:gd fmla="val 16176137" name="adj2"/>
              <a:gd fmla="val 26100"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40"/>
          <p:cNvSpPr/>
          <p:nvPr/>
        </p:nvSpPr>
        <p:spPr>
          <a:xfrm flipH="1">
            <a:off x="8400260" y="365000"/>
            <a:ext cx="2140200" cy="2141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95" name="Google Shape;2495;p40"/>
          <p:cNvGrpSpPr/>
          <p:nvPr/>
        </p:nvGrpSpPr>
        <p:grpSpPr>
          <a:xfrm rot="-5400000">
            <a:off x="7731943" y="2532269"/>
            <a:ext cx="2227588" cy="726522"/>
            <a:chOff x="3799000" y="1820400"/>
            <a:chExt cx="1039375" cy="338989"/>
          </a:xfrm>
        </p:grpSpPr>
        <p:sp>
          <p:nvSpPr>
            <p:cNvPr id="2496" name="Google Shape;2496;p40"/>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40"/>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40"/>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40"/>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40"/>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40"/>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40"/>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40"/>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40"/>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40"/>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40"/>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40"/>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40"/>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40"/>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40"/>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40"/>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40"/>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40"/>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40"/>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40"/>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40"/>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40"/>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40"/>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40"/>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40"/>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40"/>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40"/>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40"/>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40"/>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40"/>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40"/>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40"/>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40"/>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40"/>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6">
    <p:spTree>
      <p:nvGrpSpPr>
        <p:cNvPr id="2530" name="Shape 2530"/>
        <p:cNvGrpSpPr/>
        <p:nvPr/>
      </p:nvGrpSpPr>
      <p:grpSpPr>
        <a:xfrm>
          <a:off x="0" y="0"/>
          <a:ext cx="0" cy="0"/>
          <a:chOff x="0" y="0"/>
          <a:chExt cx="0" cy="0"/>
        </a:xfrm>
      </p:grpSpPr>
      <p:sp>
        <p:nvSpPr>
          <p:cNvPr id="2531" name="Google Shape;2531;p41"/>
          <p:cNvSpPr txBox="1"/>
          <p:nvPr>
            <p:ph hasCustomPrompt="1" type="title"/>
          </p:nvPr>
        </p:nvSpPr>
        <p:spPr>
          <a:xfrm>
            <a:off x="1122713" y="1460457"/>
            <a:ext cx="2124300" cy="8757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532" name="Google Shape;2532;p41"/>
          <p:cNvSpPr txBox="1"/>
          <p:nvPr>
            <p:ph idx="1" type="subTitle"/>
          </p:nvPr>
        </p:nvSpPr>
        <p:spPr>
          <a:xfrm>
            <a:off x="1122713" y="2898176"/>
            <a:ext cx="2124300" cy="768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8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33" name="Google Shape;2533;p41"/>
          <p:cNvSpPr txBox="1"/>
          <p:nvPr>
            <p:ph hasCustomPrompt="1" idx="2" type="title"/>
          </p:nvPr>
        </p:nvSpPr>
        <p:spPr>
          <a:xfrm>
            <a:off x="3509850" y="1460457"/>
            <a:ext cx="2124300" cy="8757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534" name="Google Shape;2534;p41"/>
          <p:cNvSpPr txBox="1"/>
          <p:nvPr>
            <p:ph idx="3" type="subTitle"/>
          </p:nvPr>
        </p:nvSpPr>
        <p:spPr>
          <a:xfrm>
            <a:off x="3509850" y="2899076"/>
            <a:ext cx="2124300" cy="76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8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535" name="Google Shape;2535;p41"/>
          <p:cNvSpPr txBox="1"/>
          <p:nvPr>
            <p:ph hasCustomPrompt="1" idx="4" type="title"/>
          </p:nvPr>
        </p:nvSpPr>
        <p:spPr>
          <a:xfrm>
            <a:off x="5896982" y="1460457"/>
            <a:ext cx="2124300" cy="8757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4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536" name="Google Shape;2536;p41"/>
          <p:cNvSpPr txBox="1"/>
          <p:nvPr>
            <p:ph idx="5" type="subTitle"/>
          </p:nvPr>
        </p:nvSpPr>
        <p:spPr>
          <a:xfrm>
            <a:off x="5896982" y="2899076"/>
            <a:ext cx="2124300" cy="768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PT Sans"/>
              <a:buNone/>
              <a:defRPr sz="1800"/>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grpSp>
        <p:nvGrpSpPr>
          <p:cNvPr id="2537" name="Google Shape;2537;p41"/>
          <p:cNvGrpSpPr/>
          <p:nvPr/>
        </p:nvGrpSpPr>
        <p:grpSpPr>
          <a:xfrm rot="5400000">
            <a:off x="-868396" y="1289916"/>
            <a:ext cx="2227588" cy="726522"/>
            <a:chOff x="3620725" y="372750"/>
            <a:chExt cx="1039375" cy="338989"/>
          </a:xfrm>
        </p:grpSpPr>
        <p:sp>
          <p:nvSpPr>
            <p:cNvPr id="2538" name="Google Shape;2538;p41"/>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41"/>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41"/>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41"/>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41"/>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41"/>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41"/>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41"/>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41"/>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41"/>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41"/>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41"/>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41"/>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41"/>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41"/>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41"/>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41"/>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41"/>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41"/>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41"/>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41"/>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41"/>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41"/>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41"/>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41"/>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41"/>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41"/>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41"/>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41"/>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41"/>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41"/>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41"/>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41"/>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41"/>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41"/>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41"/>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41"/>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75" name="Google Shape;2575;p41"/>
          <p:cNvSpPr/>
          <p:nvPr/>
        </p:nvSpPr>
        <p:spPr>
          <a:xfrm flipH="1">
            <a:off x="-794850" y="141401"/>
            <a:ext cx="1455000" cy="1455300"/>
          </a:xfrm>
          <a:prstGeom prst="blockArc">
            <a:avLst>
              <a:gd fmla="val 4766272" name="adj1"/>
              <a:gd fmla="val 17672272" name="adj2"/>
              <a:gd fmla="val 1659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76" name="Google Shape;2576;p41"/>
          <p:cNvGrpSpPr/>
          <p:nvPr/>
        </p:nvGrpSpPr>
        <p:grpSpPr>
          <a:xfrm>
            <a:off x="-76197" y="4699178"/>
            <a:ext cx="2227588" cy="726522"/>
            <a:chOff x="3857800" y="1143286"/>
            <a:chExt cx="1039375" cy="338989"/>
          </a:xfrm>
        </p:grpSpPr>
        <p:sp>
          <p:nvSpPr>
            <p:cNvPr id="2577" name="Google Shape;2577;p41"/>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41"/>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41"/>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41"/>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41"/>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41"/>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41"/>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41"/>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41"/>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41"/>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41"/>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41"/>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41"/>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41"/>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41"/>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41"/>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41"/>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41"/>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41"/>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41"/>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41"/>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41"/>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41"/>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41"/>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41"/>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41"/>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41"/>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41"/>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41"/>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41"/>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607" name="Google Shape;2607;p41"/>
          <p:cNvPicPr preferRelativeResize="0"/>
          <p:nvPr/>
        </p:nvPicPr>
        <p:blipFill>
          <a:blip r:embed="rId2">
            <a:alphaModFix/>
          </a:blip>
          <a:stretch>
            <a:fillRect/>
          </a:stretch>
        </p:blipFill>
        <p:spPr>
          <a:xfrm>
            <a:off x="-76199" y="3715944"/>
            <a:ext cx="977775" cy="1547834"/>
          </a:xfrm>
          <a:prstGeom prst="rect">
            <a:avLst/>
          </a:prstGeom>
          <a:noFill/>
          <a:ln>
            <a:noFill/>
          </a:ln>
        </p:spPr>
      </p:pic>
      <p:grpSp>
        <p:nvGrpSpPr>
          <p:cNvPr id="2608" name="Google Shape;2608;p41"/>
          <p:cNvGrpSpPr/>
          <p:nvPr/>
        </p:nvGrpSpPr>
        <p:grpSpPr>
          <a:xfrm rot="5400000">
            <a:off x="8023230" y="2609103"/>
            <a:ext cx="2227589" cy="1527191"/>
            <a:chOff x="5519300" y="372750"/>
            <a:chExt cx="1039375" cy="712575"/>
          </a:xfrm>
        </p:grpSpPr>
        <p:sp>
          <p:nvSpPr>
            <p:cNvPr id="2609" name="Google Shape;2609;p41"/>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41"/>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41"/>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41"/>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41"/>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41"/>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41"/>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41"/>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41"/>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41"/>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41"/>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41"/>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41"/>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41"/>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41"/>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41"/>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41"/>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41"/>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41"/>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41"/>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41"/>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41"/>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41"/>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41"/>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41"/>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41"/>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41"/>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41"/>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41"/>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41"/>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41"/>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41"/>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41"/>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41"/>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41"/>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41"/>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41"/>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41"/>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41"/>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41"/>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41"/>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41"/>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41"/>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41"/>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41"/>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41"/>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41"/>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41"/>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41"/>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41"/>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41"/>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41"/>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41"/>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41"/>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41"/>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41"/>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41"/>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41"/>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41"/>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41"/>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41"/>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41"/>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41"/>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41"/>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41"/>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41"/>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41"/>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76" name="Google Shape;2676;p41"/>
          <p:cNvGrpSpPr/>
          <p:nvPr/>
        </p:nvGrpSpPr>
        <p:grpSpPr>
          <a:xfrm>
            <a:off x="7007878" y="-187147"/>
            <a:ext cx="2227588" cy="726522"/>
            <a:chOff x="3857800" y="1143286"/>
            <a:chExt cx="1039375" cy="338989"/>
          </a:xfrm>
        </p:grpSpPr>
        <p:sp>
          <p:nvSpPr>
            <p:cNvPr id="2677" name="Google Shape;2677;p41"/>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41"/>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41"/>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41"/>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41"/>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41"/>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41"/>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41"/>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41"/>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41"/>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41"/>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41"/>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41"/>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41"/>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41"/>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41"/>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41"/>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41"/>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41"/>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41"/>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41"/>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41"/>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41"/>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41"/>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41"/>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41"/>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41"/>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41"/>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41"/>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41"/>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07" name="Google Shape;2707;p41"/>
          <p:cNvSpPr/>
          <p:nvPr/>
        </p:nvSpPr>
        <p:spPr>
          <a:xfrm>
            <a:off x="8454758" y="2534060"/>
            <a:ext cx="2574600" cy="2574600"/>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41"/>
          <p:cNvSpPr/>
          <p:nvPr/>
        </p:nvSpPr>
        <p:spPr>
          <a:xfrm>
            <a:off x="8472788" y="246625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09" name="Google Shape;2709;p41"/>
          <p:cNvPicPr preferRelativeResize="0"/>
          <p:nvPr/>
        </p:nvPicPr>
        <p:blipFill>
          <a:blip r:embed="rId3">
            <a:alphaModFix/>
          </a:blip>
          <a:stretch>
            <a:fillRect/>
          </a:stretch>
        </p:blipFill>
        <p:spPr>
          <a:xfrm>
            <a:off x="7780475" y="-222314"/>
            <a:ext cx="1455000" cy="1523372"/>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_1">
    <p:spTree>
      <p:nvGrpSpPr>
        <p:cNvPr id="2710" name="Shape 2710"/>
        <p:cNvGrpSpPr/>
        <p:nvPr/>
      </p:nvGrpSpPr>
      <p:grpSpPr>
        <a:xfrm>
          <a:off x="0" y="0"/>
          <a:ext cx="0" cy="0"/>
          <a:chOff x="0" y="0"/>
          <a:chExt cx="0" cy="0"/>
        </a:xfrm>
      </p:grpSpPr>
      <p:sp>
        <p:nvSpPr>
          <p:cNvPr id="2711" name="Google Shape;2711;p42"/>
          <p:cNvSpPr txBox="1"/>
          <p:nvPr>
            <p:ph hasCustomPrompt="1" type="title"/>
          </p:nvPr>
        </p:nvSpPr>
        <p:spPr>
          <a:xfrm>
            <a:off x="2242055" y="1506450"/>
            <a:ext cx="2093700" cy="76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712" name="Google Shape;2712;p42"/>
          <p:cNvSpPr txBox="1"/>
          <p:nvPr>
            <p:ph hasCustomPrompt="1" idx="2" type="title"/>
          </p:nvPr>
        </p:nvSpPr>
        <p:spPr>
          <a:xfrm>
            <a:off x="4808234" y="1506450"/>
            <a:ext cx="2093700" cy="7689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45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713" name="Google Shape;2713;p42"/>
          <p:cNvSpPr txBox="1"/>
          <p:nvPr>
            <p:ph idx="3"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714" name="Google Shape;2714;p42"/>
          <p:cNvSpPr txBox="1"/>
          <p:nvPr>
            <p:ph idx="4" type="title"/>
          </p:nvPr>
        </p:nvSpPr>
        <p:spPr>
          <a:xfrm>
            <a:off x="2242055" y="2988200"/>
            <a:ext cx="20937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715" name="Google Shape;2715;p42"/>
          <p:cNvSpPr txBox="1"/>
          <p:nvPr>
            <p:ph idx="1" type="subTitle"/>
          </p:nvPr>
        </p:nvSpPr>
        <p:spPr>
          <a:xfrm>
            <a:off x="2242055" y="3417749"/>
            <a:ext cx="2093700" cy="831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6" name="Google Shape;2716;p42"/>
          <p:cNvSpPr txBox="1"/>
          <p:nvPr>
            <p:ph idx="5" type="title"/>
          </p:nvPr>
        </p:nvSpPr>
        <p:spPr>
          <a:xfrm>
            <a:off x="4808234" y="2988200"/>
            <a:ext cx="20937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717" name="Google Shape;2717;p42"/>
          <p:cNvSpPr txBox="1"/>
          <p:nvPr>
            <p:ph idx="6" type="subTitle"/>
          </p:nvPr>
        </p:nvSpPr>
        <p:spPr>
          <a:xfrm>
            <a:off x="4808234" y="3417750"/>
            <a:ext cx="2093700" cy="831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18" name="Google Shape;2718;p42"/>
          <p:cNvSpPr/>
          <p:nvPr/>
        </p:nvSpPr>
        <p:spPr>
          <a:xfrm flipH="1">
            <a:off x="-243745" y="588970"/>
            <a:ext cx="1331400" cy="1331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42"/>
          <p:cNvSpPr/>
          <p:nvPr/>
        </p:nvSpPr>
        <p:spPr>
          <a:xfrm>
            <a:off x="8581024" y="3820150"/>
            <a:ext cx="1366800" cy="1366800"/>
          </a:xfrm>
          <a:prstGeom prst="blockArc">
            <a:avLst>
              <a:gd fmla="val 4474518" name="adj1"/>
              <a:gd fmla="val 17047510" name="adj2"/>
              <a:gd fmla="val 27298"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6_1_1">
    <p:spTree>
      <p:nvGrpSpPr>
        <p:cNvPr id="2720" name="Shape 2720"/>
        <p:cNvGrpSpPr/>
        <p:nvPr/>
      </p:nvGrpSpPr>
      <p:grpSpPr>
        <a:xfrm>
          <a:off x="0" y="0"/>
          <a:ext cx="0" cy="0"/>
          <a:chOff x="0" y="0"/>
          <a:chExt cx="0" cy="0"/>
        </a:xfrm>
      </p:grpSpPr>
      <p:sp>
        <p:nvSpPr>
          <p:cNvPr id="2721" name="Google Shape;2721;p43"/>
          <p:cNvSpPr txBox="1"/>
          <p:nvPr>
            <p:ph hasCustomPrompt="1" type="title"/>
          </p:nvPr>
        </p:nvSpPr>
        <p:spPr>
          <a:xfrm>
            <a:off x="1610554" y="1906200"/>
            <a:ext cx="1261200" cy="566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722" name="Google Shape;2722;p43"/>
          <p:cNvSpPr txBox="1"/>
          <p:nvPr>
            <p:ph hasCustomPrompt="1" idx="2" type="title"/>
          </p:nvPr>
        </p:nvSpPr>
        <p:spPr>
          <a:xfrm>
            <a:off x="3941400" y="1906200"/>
            <a:ext cx="1261200" cy="566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723" name="Google Shape;2723;p43"/>
          <p:cNvSpPr txBox="1"/>
          <p:nvPr>
            <p:ph idx="3" type="title"/>
          </p:nvPr>
        </p:nvSpPr>
        <p:spPr>
          <a:xfrm>
            <a:off x="713275" y="445025"/>
            <a:ext cx="7717500" cy="738900"/>
          </a:xfrm>
          <a:prstGeom prst="rect">
            <a:avLst/>
          </a:prstGeom>
        </p:spPr>
        <p:txBody>
          <a:bodyPr anchorCtr="0" anchor="t" bIns="91425" lIns="91425" spcFirstLastPara="1" rIns="91425" wrap="square" tIns="91425">
            <a:noAutofit/>
          </a:bodyPr>
          <a:lstStyle>
            <a:lvl1pPr lvl="0" algn="ctr">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724" name="Google Shape;2724;p43"/>
          <p:cNvSpPr txBox="1"/>
          <p:nvPr>
            <p:ph idx="4" type="title"/>
          </p:nvPr>
        </p:nvSpPr>
        <p:spPr>
          <a:xfrm>
            <a:off x="1337487" y="3182925"/>
            <a:ext cx="1807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725" name="Google Shape;2725;p43"/>
          <p:cNvSpPr txBox="1"/>
          <p:nvPr>
            <p:ph idx="1" type="subTitle"/>
          </p:nvPr>
        </p:nvSpPr>
        <p:spPr>
          <a:xfrm>
            <a:off x="1337487" y="3612475"/>
            <a:ext cx="1807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26" name="Google Shape;2726;p43"/>
          <p:cNvSpPr txBox="1"/>
          <p:nvPr>
            <p:ph idx="5" type="title"/>
          </p:nvPr>
        </p:nvSpPr>
        <p:spPr>
          <a:xfrm>
            <a:off x="3668399" y="3182925"/>
            <a:ext cx="1807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727" name="Google Shape;2727;p43"/>
          <p:cNvSpPr txBox="1"/>
          <p:nvPr>
            <p:ph idx="6" type="subTitle"/>
          </p:nvPr>
        </p:nvSpPr>
        <p:spPr>
          <a:xfrm>
            <a:off x="3668399" y="3612475"/>
            <a:ext cx="1807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728" name="Google Shape;2728;p43"/>
          <p:cNvSpPr txBox="1"/>
          <p:nvPr>
            <p:ph hasCustomPrompt="1" idx="7" type="title"/>
          </p:nvPr>
        </p:nvSpPr>
        <p:spPr>
          <a:xfrm>
            <a:off x="6319176" y="1906200"/>
            <a:ext cx="1167600" cy="5664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2729" name="Google Shape;2729;p43"/>
          <p:cNvSpPr txBox="1"/>
          <p:nvPr>
            <p:ph idx="8" type="title"/>
          </p:nvPr>
        </p:nvSpPr>
        <p:spPr>
          <a:xfrm>
            <a:off x="5999315" y="3182925"/>
            <a:ext cx="1807200" cy="527700"/>
          </a:xfrm>
          <a:prstGeom prst="rect">
            <a:avLst/>
          </a:prstGeom>
        </p:spPr>
        <p:txBody>
          <a:bodyPr anchorCtr="0" anchor="b"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2730" name="Google Shape;2730;p43"/>
          <p:cNvSpPr txBox="1"/>
          <p:nvPr>
            <p:ph idx="9" type="subTitle"/>
          </p:nvPr>
        </p:nvSpPr>
        <p:spPr>
          <a:xfrm>
            <a:off x="5999315" y="3612475"/>
            <a:ext cx="1807200" cy="615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2731" name="Google Shape;2731;p43"/>
          <p:cNvGrpSpPr/>
          <p:nvPr/>
        </p:nvGrpSpPr>
        <p:grpSpPr>
          <a:xfrm rot="5400000">
            <a:off x="-616035" y="1407528"/>
            <a:ext cx="2227588" cy="726522"/>
            <a:chOff x="3857800" y="1143286"/>
            <a:chExt cx="1039375" cy="338989"/>
          </a:xfrm>
        </p:grpSpPr>
        <p:sp>
          <p:nvSpPr>
            <p:cNvPr id="2732" name="Google Shape;2732;p43"/>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43"/>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43"/>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43"/>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43"/>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43"/>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43"/>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43"/>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43"/>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43"/>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43"/>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43"/>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43"/>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43"/>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43"/>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43"/>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43"/>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43"/>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43"/>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43"/>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43"/>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43"/>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43"/>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43"/>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43"/>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43"/>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43"/>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43"/>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43"/>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43"/>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2" name="Google Shape;2762;p43"/>
          <p:cNvGrpSpPr/>
          <p:nvPr/>
        </p:nvGrpSpPr>
        <p:grpSpPr>
          <a:xfrm>
            <a:off x="8066680" y="3468728"/>
            <a:ext cx="2227589" cy="1527191"/>
            <a:chOff x="5519300" y="372750"/>
            <a:chExt cx="1039375" cy="712575"/>
          </a:xfrm>
        </p:grpSpPr>
        <p:sp>
          <p:nvSpPr>
            <p:cNvPr id="2763" name="Google Shape;2763;p43"/>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43"/>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43"/>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43"/>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43"/>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43"/>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43"/>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43"/>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43"/>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43"/>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43"/>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43"/>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43"/>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43"/>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43"/>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43"/>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43"/>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43"/>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43"/>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43"/>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43"/>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43"/>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43"/>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43"/>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43"/>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43"/>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43"/>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43"/>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43"/>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43"/>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43"/>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43"/>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43"/>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43"/>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43"/>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43"/>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43"/>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43"/>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43"/>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43"/>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43"/>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43"/>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43"/>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43"/>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43"/>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43"/>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43"/>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43"/>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43"/>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43"/>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43"/>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43"/>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43"/>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43"/>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43"/>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43"/>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43"/>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43"/>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43"/>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43"/>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43"/>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43"/>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43"/>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43"/>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43"/>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43"/>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43"/>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0" name="Google Shape;2830;p43"/>
          <p:cNvSpPr/>
          <p:nvPr/>
        </p:nvSpPr>
        <p:spPr>
          <a:xfrm rot="-5400000">
            <a:off x="-581151" y="-712325"/>
            <a:ext cx="1657800" cy="1657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43"/>
          <p:cNvSpPr/>
          <p:nvPr/>
        </p:nvSpPr>
        <p:spPr>
          <a:xfrm rot="-2158994">
            <a:off x="8445880" y="2488287"/>
            <a:ext cx="3063067" cy="3063067"/>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7">
    <p:spTree>
      <p:nvGrpSpPr>
        <p:cNvPr id="2832" name="Shape 2832"/>
        <p:cNvGrpSpPr/>
        <p:nvPr/>
      </p:nvGrpSpPr>
      <p:grpSpPr>
        <a:xfrm>
          <a:off x="0" y="0"/>
          <a:ext cx="0" cy="0"/>
          <a:chOff x="0" y="0"/>
          <a:chExt cx="0" cy="0"/>
        </a:xfrm>
      </p:grpSpPr>
      <p:sp>
        <p:nvSpPr>
          <p:cNvPr id="2833" name="Google Shape;2833;p44"/>
          <p:cNvSpPr txBox="1"/>
          <p:nvPr>
            <p:ph type="title"/>
          </p:nvPr>
        </p:nvSpPr>
        <p:spPr>
          <a:xfrm>
            <a:off x="4830825" y="217275"/>
            <a:ext cx="3600000" cy="1301700"/>
          </a:xfrm>
          <a:prstGeom prst="rect">
            <a:avLst/>
          </a:prstGeom>
        </p:spPr>
        <p:txBody>
          <a:bodyPr anchorCtr="0" anchor="ctr" bIns="91425" lIns="91425" spcFirstLastPara="1" rIns="91425" wrap="square" tIns="91425">
            <a:noAutofit/>
          </a:bodyPr>
          <a:lstStyle>
            <a:lvl1pPr lvl="0">
              <a:spcBef>
                <a:spcPts val="0"/>
              </a:spcBef>
              <a:spcAft>
                <a:spcPts val="0"/>
              </a:spcAft>
              <a:buNone/>
              <a:defRPr sz="7200"/>
            </a:lvl1pPr>
            <a:lvl2pPr lvl="1">
              <a:spcBef>
                <a:spcPts val="0"/>
              </a:spcBef>
              <a:spcAft>
                <a:spcPts val="0"/>
              </a:spcAft>
              <a:buNone/>
              <a:defRPr sz="7200"/>
            </a:lvl2pPr>
            <a:lvl3pPr lvl="2">
              <a:spcBef>
                <a:spcPts val="0"/>
              </a:spcBef>
              <a:spcAft>
                <a:spcPts val="0"/>
              </a:spcAft>
              <a:buNone/>
              <a:defRPr sz="7200"/>
            </a:lvl3pPr>
            <a:lvl4pPr lvl="3">
              <a:spcBef>
                <a:spcPts val="0"/>
              </a:spcBef>
              <a:spcAft>
                <a:spcPts val="0"/>
              </a:spcAft>
              <a:buNone/>
              <a:defRPr sz="7200"/>
            </a:lvl4pPr>
            <a:lvl5pPr lvl="4">
              <a:spcBef>
                <a:spcPts val="0"/>
              </a:spcBef>
              <a:spcAft>
                <a:spcPts val="0"/>
              </a:spcAft>
              <a:buNone/>
              <a:defRPr sz="7200"/>
            </a:lvl5pPr>
            <a:lvl6pPr lvl="5">
              <a:spcBef>
                <a:spcPts val="0"/>
              </a:spcBef>
              <a:spcAft>
                <a:spcPts val="0"/>
              </a:spcAft>
              <a:buNone/>
              <a:defRPr sz="7200"/>
            </a:lvl6pPr>
            <a:lvl7pPr lvl="6">
              <a:spcBef>
                <a:spcPts val="0"/>
              </a:spcBef>
              <a:spcAft>
                <a:spcPts val="0"/>
              </a:spcAft>
              <a:buNone/>
              <a:defRPr sz="7200"/>
            </a:lvl7pPr>
            <a:lvl8pPr lvl="7">
              <a:spcBef>
                <a:spcPts val="0"/>
              </a:spcBef>
              <a:spcAft>
                <a:spcPts val="0"/>
              </a:spcAft>
              <a:buNone/>
              <a:defRPr sz="7200"/>
            </a:lvl8pPr>
            <a:lvl9pPr lvl="8">
              <a:spcBef>
                <a:spcPts val="0"/>
              </a:spcBef>
              <a:spcAft>
                <a:spcPts val="0"/>
              </a:spcAft>
              <a:buNone/>
              <a:defRPr sz="7200"/>
            </a:lvl9pPr>
          </a:lstStyle>
          <a:p/>
        </p:txBody>
      </p:sp>
      <p:sp>
        <p:nvSpPr>
          <p:cNvPr id="2834" name="Google Shape;2834;p44"/>
          <p:cNvSpPr txBox="1"/>
          <p:nvPr>
            <p:ph idx="2" type="title"/>
          </p:nvPr>
        </p:nvSpPr>
        <p:spPr>
          <a:xfrm>
            <a:off x="4830825" y="1282050"/>
            <a:ext cx="2041200" cy="1569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835" name="Google Shape;2835;p44"/>
          <p:cNvSpPr/>
          <p:nvPr/>
        </p:nvSpPr>
        <p:spPr>
          <a:xfrm rot="5400000">
            <a:off x="763475" y="3171600"/>
            <a:ext cx="3658500" cy="3658500"/>
          </a:xfrm>
          <a:prstGeom prst="blockArc">
            <a:avLst>
              <a:gd fmla="val 4302561"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36" name="Google Shape;2836;p44"/>
          <p:cNvGrpSpPr/>
          <p:nvPr/>
        </p:nvGrpSpPr>
        <p:grpSpPr>
          <a:xfrm flipH="1">
            <a:off x="-964754" y="4328167"/>
            <a:ext cx="2227588" cy="726522"/>
            <a:chOff x="5608450" y="1680311"/>
            <a:chExt cx="1039375" cy="338989"/>
          </a:xfrm>
        </p:grpSpPr>
        <p:sp>
          <p:nvSpPr>
            <p:cNvPr id="2837" name="Google Shape;2837;p44"/>
            <p:cNvSpPr/>
            <p:nvPr/>
          </p:nvSpPr>
          <p:spPr>
            <a:xfrm>
              <a:off x="649988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44"/>
            <p:cNvSpPr/>
            <p:nvPr/>
          </p:nvSpPr>
          <p:spPr>
            <a:xfrm>
              <a:off x="649988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44"/>
            <p:cNvSpPr/>
            <p:nvPr/>
          </p:nvSpPr>
          <p:spPr>
            <a:xfrm>
              <a:off x="649988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44"/>
            <p:cNvSpPr/>
            <p:nvPr/>
          </p:nvSpPr>
          <p:spPr>
            <a:xfrm>
              <a:off x="6589025"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44"/>
            <p:cNvSpPr/>
            <p:nvPr/>
          </p:nvSpPr>
          <p:spPr>
            <a:xfrm>
              <a:off x="658902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44"/>
            <p:cNvSpPr/>
            <p:nvPr/>
          </p:nvSpPr>
          <p:spPr>
            <a:xfrm>
              <a:off x="6410738"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44"/>
            <p:cNvSpPr/>
            <p:nvPr/>
          </p:nvSpPr>
          <p:spPr>
            <a:xfrm>
              <a:off x="6410738"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44"/>
            <p:cNvSpPr/>
            <p:nvPr/>
          </p:nvSpPr>
          <p:spPr>
            <a:xfrm>
              <a:off x="6410738"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44"/>
            <p:cNvSpPr/>
            <p:nvPr/>
          </p:nvSpPr>
          <p:spPr>
            <a:xfrm>
              <a:off x="623245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44"/>
            <p:cNvSpPr/>
            <p:nvPr/>
          </p:nvSpPr>
          <p:spPr>
            <a:xfrm>
              <a:off x="623245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44"/>
            <p:cNvSpPr/>
            <p:nvPr/>
          </p:nvSpPr>
          <p:spPr>
            <a:xfrm>
              <a:off x="6321595"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44"/>
            <p:cNvSpPr/>
            <p:nvPr/>
          </p:nvSpPr>
          <p:spPr>
            <a:xfrm>
              <a:off x="6321595"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44"/>
            <p:cNvSpPr/>
            <p:nvPr/>
          </p:nvSpPr>
          <p:spPr>
            <a:xfrm>
              <a:off x="6321595"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44"/>
            <p:cNvSpPr/>
            <p:nvPr/>
          </p:nvSpPr>
          <p:spPr>
            <a:xfrm>
              <a:off x="614330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44"/>
            <p:cNvSpPr/>
            <p:nvPr/>
          </p:nvSpPr>
          <p:spPr>
            <a:xfrm>
              <a:off x="614330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44"/>
            <p:cNvSpPr/>
            <p:nvPr/>
          </p:nvSpPr>
          <p:spPr>
            <a:xfrm>
              <a:off x="6143309"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44"/>
            <p:cNvSpPr/>
            <p:nvPr/>
          </p:nvSpPr>
          <p:spPr>
            <a:xfrm>
              <a:off x="614330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44"/>
            <p:cNvSpPr/>
            <p:nvPr/>
          </p:nvSpPr>
          <p:spPr>
            <a:xfrm>
              <a:off x="5965022"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44"/>
            <p:cNvSpPr/>
            <p:nvPr/>
          </p:nvSpPr>
          <p:spPr>
            <a:xfrm>
              <a:off x="5965022"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44"/>
            <p:cNvSpPr/>
            <p:nvPr/>
          </p:nvSpPr>
          <p:spPr>
            <a:xfrm>
              <a:off x="5965022"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44"/>
            <p:cNvSpPr/>
            <p:nvPr/>
          </p:nvSpPr>
          <p:spPr>
            <a:xfrm>
              <a:off x="5965022"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44"/>
            <p:cNvSpPr/>
            <p:nvPr/>
          </p:nvSpPr>
          <p:spPr>
            <a:xfrm>
              <a:off x="605416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44"/>
            <p:cNvSpPr/>
            <p:nvPr/>
          </p:nvSpPr>
          <p:spPr>
            <a:xfrm>
              <a:off x="605416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44"/>
            <p:cNvSpPr/>
            <p:nvPr/>
          </p:nvSpPr>
          <p:spPr>
            <a:xfrm>
              <a:off x="605416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44"/>
            <p:cNvSpPr/>
            <p:nvPr/>
          </p:nvSpPr>
          <p:spPr>
            <a:xfrm>
              <a:off x="5875879"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44"/>
            <p:cNvSpPr/>
            <p:nvPr/>
          </p:nvSpPr>
          <p:spPr>
            <a:xfrm>
              <a:off x="5875879"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44"/>
            <p:cNvSpPr/>
            <p:nvPr/>
          </p:nvSpPr>
          <p:spPr>
            <a:xfrm>
              <a:off x="5875879"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44"/>
            <p:cNvSpPr/>
            <p:nvPr/>
          </p:nvSpPr>
          <p:spPr>
            <a:xfrm>
              <a:off x="5697593"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44"/>
            <p:cNvSpPr/>
            <p:nvPr/>
          </p:nvSpPr>
          <p:spPr>
            <a:xfrm>
              <a:off x="5697593"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44"/>
            <p:cNvSpPr/>
            <p:nvPr/>
          </p:nvSpPr>
          <p:spPr>
            <a:xfrm>
              <a:off x="5697593"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44"/>
            <p:cNvSpPr/>
            <p:nvPr/>
          </p:nvSpPr>
          <p:spPr>
            <a:xfrm>
              <a:off x="5697593"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44"/>
            <p:cNvSpPr/>
            <p:nvPr/>
          </p:nvSpPr>
          <p:spPr>
            <a:xfrm>
              <a:off x="5786736" y="1680311"/>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44"/>
            <p:cNvSpPr/>
            <p:nvPr/>
          </p:nvSpPr>
          <p:spPr>
            <a:xfrm>
              <a:off x="5786736" y="1773707"/>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44"/>
            <p:cNvSpPr/>
            <p:nvPr/>
          </p:nvSpPr>
          <p:spPr>
            <a:xfrm>
              <a:off x="5786736"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44"/>
            <p:cNvSpPr/>
            <p:nvPr/>
          </p:nvSpPr>
          <p:spPr>
            <a:xfrm>
              <a:off x="5786736" y="19605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44"/>
            <p:cNvSpPr/>
            <p:nvPr/>
          </p:nvSpPr>
          <p:spPr>
            <a:xfrm>
              <a:off x="5608450" y="1867104"/>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3" name="Google Shape;2873;p44"/>
          <p:cNvGrpSpPr/>
          <p:nvPr/>
        </p:nvGrpSpPr>
        <p:grpSpPr>
          <a:xfrm rot="5400000">
            <a:off x="7826581" y="2680428"/>
            <a:ext cx="2227588" cy="726522"/>
            <a:chOff x="3857800" y="1143286"/>
            <a:chExt cx="1039375" cy="338989"/>
          </a:xfrm>
        </p:grpSpPr>
        <p:sp>
          <p:nvSpPr>
            <p:cNvPr id="2874" name="Google Shape;2874;p44"/>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44"/>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44"/>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44"/>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44"/>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44"/>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44"/>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44"/>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44"/>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44"/>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44"/>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44"/>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44"/>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44"/>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44"/>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44"/>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44"/>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44"/>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44"/>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44"/>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44"/>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44"/>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44"/>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44"/>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44"/>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44"/>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44"/>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44"/>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44"/>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44"/>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4" name="Google Shape;2904;p44"/>
          <p:cNvSpPr/>
          <p:nvPr/>
        </p:nvSpPr>
        <p:spPr>
          <a:xfrm>
            <a:off x="8227526" y="1449726"/>
            <a:ext cx="2458500" cy="2458500"/>
          </a:xfrm>
          <a:prstGeom prst="blockArc">
            <a:avLst>
              <a:gd fmla="val 4302561"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8">
    <p:spTree>
      <p:nvGrpSpPr>
        <p:cNvPr id="2905" name="Shape 2905"/>
        <p:cNvGrpSpPr/>
        <p:nvPr/>
      </p:nvGrpSpPr>
      <p:grpSpPr>
        <a:xfrm>
          <a:off x="0" y="0"/>
          <a:ext cx="0" cy="0"/>
          <a:chOff x="0" y="0"/>
          <a:chExt cx="0" cy="0"/>
        </a:xfrm>
      </p:grpSpPr>
      <p:grpSp>
        <p:nvGrpSpPr>
          <p:cNvPr id="2906" name="Google Shape;2906;p45"/>
          <p:cNvGrpSpPr/>
          <p:nvPr/>
        </p:nvGrpSpPr>
        <p:grpSpPr>
          <a:xfrm rot="5400000">
            <a:off x="-616035" y="1407528"/>
            <a:ext cx="2227588" cy="726522"/>
            <a:chOff x="3857800" y="1143286"/>
            <a:chExt cx="1039375" cy="338989"/>
          </a:xfrm>
        </p:grpSpPr>
        <p:sp>
          <p:nvSpPr>
            <p:cNvPr id="2907" name="Google Shape;2907;p45"/>
            <p:cNvSpPr/>
            <p:nvPr/>
          </p:nvSpPr>
          <p:spPr>
            <a:xfrm>
              <a:off x="474923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45"/>
            <p:cNvSpPr/>
            <p:nvPr/>
          </p:nvSpPr>
          <p:spPr>
            <a:xfrm>
              <a:off x="483837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45"/>
            <p:cNvSpPr/>
            <p:nvPr/>
          </p:nvSpPr>
          <p:spPr>
            <a:xfrm>
              <a:off x="483837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45"/>
            <p:cNvSpPr/>
            <p:nvPr/>
          </p:nvSpPr>
          <p:spPr>
            <a:xfrm>
              <a:off x="4838375"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45"/>
            <p:cNvSpPr/>
            <p:nvPr/>
          </p:nvSpPr>
          <p:spPr>
            <a:xfrm>
              <a:off x="4660088"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45"/>
            <p:cNvSpPr/>
            <p:nvPr/>
          </p:nvSpPr>
          <p:spPr>
            <a:xfrm>
              <a:off x="4660088"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45"/>
            <p:cNvSpPr/>
            <p:nvPr/>
          </p:nvSpPr>
          <p:spPr>
            <a:xfrm>
              <a:off x="4481802"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45"/>
            <p:cNvSpPr/>
            <p:nvPr/>
          </p:nvSpPr>
          <p:spPr>
            <a:xfrm>
              <a:off x="4481802"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45"/>
            <p:cNvSpPr/>
            <p:nvPr/>
          </p:nvSpPr>
          <p:spPr>
            <a:xfrm>
              <a:off x="4481802"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45"/>
            <p:cNvSpPr/>
            <p:nvPr/>
          </p:nvSpPr>
          <p:spPr>
            <a:xfrm>
              <a:off x="4570945"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45"/>
            <p:cNvSpPr/>
            <p:nvPr/>
          </p:nvSpPr>
          <p:spPr>
            <a:xfrm>
              <a:off x="4570945"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45"/>
            <p:cNvSpPr/>
            <p:nvPr/>
          </p:nvSpPr>
          <p:spPr>
            <a:xfrm>
              <a:off x="439265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45"/>
            <p:cNvSpPr/>
            <p:nvPr/>
          </p:nvSpPr>
          <p:spPr>
            <a:xfrm>
              <a:off x="439265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45"/>
            <p:cNvSpPr/>
            <p:nvPr/>
          </p:nvSpPr>
          <p:spPr>
            <a:xfrm>
              <a:off x="4392659"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45"/>
            <p:cNvSpPr/>
            <p:nvPr/>
          </p:nvSpPr>
          <p:spPr>
            <a:xfrm>
              <a:off x="4214372"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45"/>
            <p:cNvSpPr/>
            <p:nvPr/>
          </p:nvSpPr>
          <p:spPr>
            <a:xfrm>
              <a:off x="430351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45"/>
            <p:cNvSpPr/>
            <p:nvPr/>
          </p:nvSpPr>
          <p:spPr>
            <a:xfrm>
              <a:off x="430351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45"/>
            <p:cNvSpPr/>
            <p:nvPr/>
          </p:nvSpPr>
          <p:spPr>
            <a:xfrm>
              <a:off x="4125229"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45"/>
            <p:cNvSpPr/>
            <p:nvPr/>
          </p:nvSpPr>
          <p:spPr>
            <a:xfrm>
              <a:off x="4125229"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45"/>
            <p:cNvSpPr/>
            <p:nvPr/>
          </p:nvSpPr>
          <p:spPr>
            <a:xfrm>
              <a:off x="4125229"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45"/>
            <p:cNvSpPr/>
            <p:nvPr/>
          </p:nvSpPr>
          <p:spPr>
            <a:xfrm>
              <a:off x="3946943"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45"/>
            <p:cNvSpPr/>
            <p:nvPr/>
          </p:nvSpPr>
          <p:spPr>
            <a:xfrm>
              <a:off x="3946943"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45"/>
            <p:cNvSpPr/>
            <p:nvPr/>
          </p:nvSpPr>
          <p:spPr>
            <a:xfrm>
              <a:off x="3946943"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45"/>
            <p:cNvSpPr/>
            <p:nvPr/>
          </p:nvSpPr>
          <p:spPr>
            <a:xfrm>
              <a:off x="4036086"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45"/>
            <p:cNvSpPr/>
            <p:nvPr/>
          </p:nvSpPr>
          <p:spPr>
            <a:xfrm>
              <a:off x="4036086"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45"/>
            <p:cNvSpPr/>
            <p:nvPr/>
          </p:nvSpPr>
          <p:spPr>
            <a:xfrm>
              <a:off x="4036086"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45"/>
            <p:cNvSpPr/>
            <p:nvPr/>
          </p:nvSpPr>
          <p:spPr>
            <a:xfrm>
              <a:off x="3857800" y="114328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45"/>
            <p:cNvSpPr/>
            <p:nvPr/>
          </p:nvSpPr>
          <p:spPr>
            <a:xfrm>
              <a:off x="3857800" y="123668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45"/>
            <p:cNvSpPr/>
            <p:nvPr/>
          </p:nvSpPr>
          <p:spPr>
            <a:xfrm>
              <a:off x="3857800" y="133007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45"/>
            <p:cNvSpPr/>
            <p:nvPr/>
          </p:nvSpPr>
          <p:spPr>
            <a:xfrm>
              <a:off x="3857800" y="142347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7" name="Google Shape;2937;p45"/>
          <p:cNvGrpSpPr/>
          <p:nvPr/>
        </p:nvGrpSpPr>
        <p:grpSpPr>
          <a:xfrm>
            <a:off x="8066680" y="3468728"/>
            <a:ext cx="2227589" cy="1527191"/>
            <a:chOff x="5519300" y="372750"/>
            <a:chExt cx="1039375" cy="712575"/>
          </a:xfrm>
        </p:grpSpPr>
        <p:sp>
          <p:nvSpPr>
            <p:cNvPr id="2938" name="Google Shape;2938;p45"/>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45"/>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45"/>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45"/>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45"/>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45"/>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45"/>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45"/>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45"/>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45"/>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45"/>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9" name="Google Shape;2949;p45"/>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0" name="Google Shape;2950;p45"/>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45"/>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45"/>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45"/>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45"/>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45"/>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45"/>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45"/>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45"/>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45"/>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45"/>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45"/>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45"/>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45"/>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45"/>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45"/>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45"/>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7" name="Google Shape;2967;p45"/>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45"/>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45"/>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45"/>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45"/>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45"/>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45"/>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45"/>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45"/>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45"/>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45"/>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45"/>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45"/>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45"/>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45"/>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45"/>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45"/>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45"/>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45"/>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45"/>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45"/>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45"/>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45"/>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45"/>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45"/>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45"/>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45"/>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45"/>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45"/>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45"/>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45"/>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45"/>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45"/>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45"/>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45"/>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45"/>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45"/>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45"/>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5" name="Google Shape;3005;p45"/>
          <p:cNvSpPr/>
          <p:nvPr/>
        </p:nvSpPr>
        <p:spPr>
          <a:xfrm rot="-5400000">
            <a:off x="-581151" y="-712325"/>
            <a:ext cx="1657800" cy="1657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6" name="Google Shape;3006;p45"/>
          <p:cNvSpPr/>
          <p:nvPr/>
        </p:nvSpPr>
        <p:spPr>
          <a:xfrm rot="-2158994">
            <a:off x="8445880" y="2488287"/>
            <a:ext cx="3063067" cy="3063067"/>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8_1">
    <p:spTree>
      <p:nvGrpSpPr>
        <p:cNvPr id="3007" name="Shape 3007"/>
        <p:cNvGrpSpPr/>
        <p:nvPr/>
      </p:nvGrpSpPr>
      <p:grpSpPr>
        <a:xfrm>
          <a:off x="0" y="0"/>
          <a:ext cx="0" cy="0"/>
          <a:chOff x="0" y="0"/>
          <a:chExt cx="0" cy="0"/>
        </a:xfrm>
      </p:grpSpPr>
      <p:sp>
        <p:nvSpPr>
          <p:cNvPr id="3008" name="Google Shape;3008;p46"/>
          <p:cNvSpPr/>
          <p:nvPr/>
        </p:nvSpPr>
        <p:spPr>
          <a:xfrm flipH="1">
            <a:off x="8270391" y="2279600"/>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09" name="Google Shape;3009;p46"/>
          <p:cNvGrpSpPr/>
          <p:nvPr/>
        </p:nvGrpSpPr>
        <p:grpSpPr>
          <a:xfrm rot="5400000">
            <a:off x="7651004" y="3368691"/>
            <a:ext cx="2227589" cy="1527191"/>
            <a:chOff x="5519300" y="372750"/>
            <a:chExt cx="1039375" cy="712575"/>
          </a:xfrm>
        </p:grpSpPr>
        <p:sp>
          <p:nvSpPr>
            <p:cNvPr id="3010" name="Google Shape;3010;p46"/>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46"/>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46"/>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46"/>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46"/>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46"/>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46"/>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46"/>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46"/>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46"/>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46"/>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46"/>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46"/>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46"/>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46"/>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46"/>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46"/>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46"/>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46"/>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46"/>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46"/>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46"/>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46"/>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46"/>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46"/>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46"/>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46"/>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46"/>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46"/>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46"/>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46"/>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46"/>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46"/>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46"/>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46"/>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46"/>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46"/>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46"/>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46"/>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46"/>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46"/>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46"/>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46"/>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46"/>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46"/>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46"/>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46"/>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46"/>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46"/>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46"/>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46"/>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46"/>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46"/>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46"/>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46"/>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46"/>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46"/>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46"/>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46"/>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46"/>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46"/>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46"/>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46"/>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46"/>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46"/>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46"/>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46"/>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7" name="Google Shape;3077;p46"/>
          <p:cNvGrpSpPr/>
          <p:nvPr/>
        </p:nvGrpSpPr>
        <p:grpSpPr>
          <a:xfrm rot="-5400000">
            <a:off x="-818942" y="1077257"/>
            <a:ext cx="2227588" cy="726522"/>
            <a:chOff x="3799000" y="1820400"/>
            <a:chExt cx="1039375" cy="338989"/>
          </a:xfrm>
        </p:grpSpPr>
        <p:sp>
          <p:nvSpPr>
            <p:cNvPr id="3078" name="Google Shape;3078;p46"/>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46"/>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46"/>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46"/>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46"/>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46"/>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46"/>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46"/>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46"/>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46"/>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46"/>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46"/>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46"/>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46"/>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46"/>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46"/>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46"/>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46"/>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46"/>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46"/>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46"/>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46"/>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46"/>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46"/>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46"/>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46"/>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46"/>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46"/>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46"/>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46"/>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46"/>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46"/>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46"/>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46"/>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46"/>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46"/>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14" name="Google Shape;3114;p46"/>
          <p:cNvSpPr/>
          <p:nvPr/>
        </p:nvSpPr>
        <p:spPr>
          <a:xfrm flipH="1">
            <a:off x="-1058342" y="3902385"/>
            <a:ext cx="2574600" cy="2574600"/>
          </a:xfrm>
          <a:prstGeom prst="blockArc">
            <a:avLst>
              <a:gd fmla="val 5958233" name="adj1"/>
              <a:gd fmla="val 17463104" name="adj2"/>
              <a:gd fmla="val 15066"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15" name="Google Shape;3115;p46"/>
          <p:cNvPicPr preferRelativeResize="0"/>
          <p:nvPr/>
        </p:nvPicPr>
        <p:blipFill>
          <a:blip r:embed="rId2">
            <a:alphaModFix/>
          </a:blip>
          <a:stretch>
            <a:fillRect/>
          </a:stretch>
        </p:blipFill>
        <p:spPr>
          <a:xfrm>
            <a:off x="100850" y="3694589"/>
            <a:ext cx="1306575" cy="1368000"/>
          </a:xfrm>
          <a:prstGeom prst="rect">
            <a:avLst/>
          </a:prstGeom>
          <a:noFill/>
          <a:ln>
            <a:noFill/>
          </a:ln>
        </p:spPr>
      </p:pic>
      <p:sp>
        <p:nvSpPr>
          <p:cNvPr id="3116" name="Google Shape;3116;p46"/>
          <p:cNvSpPr/>
          <p:nvPr/>
        </p:nvSpPr>
        <p:spPr>
          <a:xfrm flipH="1" rot="5400000">
            <a:off x="-383111" y="-1285175"/>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46"/>
          <p:cNvSpPr/>
          <p:nvPr/>
        </p:nvSpPr>
        <p:spPr>
          <a:xfrm flipH="1">
            <a:off x="-87012" y="-979068"/>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18" name="Google Shape;3118;p46"/>
          <p:cNvPicPr preferRelativeResize="0"/>
          <p:nvPr/>
        </p:nvPicPr>
        <p:blipFill>
          <a:blip r:embed="rId3">
            <a:alphaModFix/>
          </a:blip>
          <a:stretch>
            <a:fillRect/>
          </a:stretch>
        </p:blipFill>
        <p:spPr>
          <a:xfrm>
            <a:off x="8514494" y="748521"/>
            <a:ext cx="1013918" cy="726975"/>
          </a:xfrm>
          <a:prstGeom prst="rect">
            <a:avLst/>
          </a:prstGeom>
          <a:noFill/>
          <a:ln>
            <a:noFill/>
          </a:ln>
        </p:spPr>
      </p:pic>
      <p:sp>
        <p:nvSpPr>
          <p:cNvPr id="3119" name="Google Shape;3119;p46"/>
          <p:cNvSpPr/>
          <p:nvPr/>
        </p:nvSpPr>
        <p:spPr>
          <a:xfrm flipH="1" rot="-5400000">
            <a:off x="6829239" y="4604100"/>
            <a:ext cx="2033700" cy="2033700"/>
          </a:xfrm>
          <a:prstGeom prst="blockArc">
            <a:avLst>
              <a:gd fmla="val 5958233" name="adj1"/>
              <a:gd fmla="val 16931427" name="adj2"/>
              <a:gd fmla="val 19901" name="adj3"/>
            </a:avLst>
          </a:prstGeom>
          <a:gradFill>
            <a:gsLst>
              <a:gs pos="0">
                <a:srgbClr val="006685"/>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46"/>
          <p:cNvSpPr/>
          <p:nvPr/>
        </p:nvSpPr>
        <p:spPr>
          <a:xfrm flipH="1" rot="10800000">
            <a:off x="6912341" y="4676592"/>
            <a:ext cx="1654500" cy="16551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21" name="Google Shape;3121;p46"/>
          <p:cNvPicPr preferRelativeResize="0"/>
          <p:nvPr/>
        </p:nvPicPr>
        <p:blipFill>
          <a:blip r:embed="rId3">
            <a:alphaModFix/>
          </a:blip>
          <a:stretch>
            <a:fillRect/>
          </a:stretch>
        </p:blipFill>
        <p:spPr>
          <a:xfrm>
            <a:off x="1567494" y="4676596"/>
            <a:ext cx="1013918" cy="726975"/>
          </a:xfrm>
          <a:prstGeom prst="rect">
            <a:avLst/>
          </a:prstGeom>
          <a:noFill/>
          <a:ln>
            <a:noFill/>
          </a:ln>
        </p:spPr>
      </p:pic>
      <p:pic>
        <p:nvPicPr>
          <p:cNvPr id="3122" name="Google Shape;3122;p46"/>
          <p:cNvPicPr preferRelativeResize="0"/>
          <p:nvPr/>
        </p:nvPicPr>
        <p:blipFill>
          <a:blip r:embed="rId3">
            <a:alphaModFix/>
          </a:blip>
          <a:stretch>
            <a:fillRect/>
          </a:stretch>
        </p:blipFill>
        <p:spPr>
          <a:xfrm>
            <a:off x="-508956" y="2685121"/>
            <a:ext cx="1013918" cy="726975"/>
          </a:xfrm>
          <a:prstGeom prst="rect">
            <a:avLst/>
          </a:prstGeom>
          <a:noFill/>
          <a:ln>
            <a:noFill/>
          </a:ln>
        </p:spPr>
      </p:pic>
      <p:pic>
        <p:nvPicPr>
          <p:cNvPr id="3123" name="Google Shape;3123;p46"/>
          <p:cNvPicPr preferRelativeResize="0"/>
          <p:nvPr/>
        </p:nvPicPr>
        <p:blipFill>
          <a:blip r:embed="rId3">
            <a:alphaModFix/>
          </a:blip>
          <a:stretch>
            <a:fillRect/>
          </a:stretch>
        </p:blipFill>
        <p:spPr>
          <a:xfrm>
            <a:off x="7722166" y="-427950"/>
            <a:ext cx="1217532" cy="87297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34" Type="http://schemas.openxmlformats.org/officeDocument/2006/relationships/theme" Target="../theme/theme1.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lt1"/>
            </a:gs>
            <a:gs pos="100000">
              <a:schemeClr val="dk2"/>
            </a:gs>
          </a:gsLst>
          <a:path path="circle">
            <a:fillToRect b="50%" l="50%" r="50%" t="50%"/>
          </a:path>
          <a:tileRect/>
        </a:gra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75" y="445025"/>
            <a:ext cx="7717500" cy="740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1pPr>
            <a:lvl2pPr lvl="1">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2pPr>
            <a:lvl3pPr lvl="2">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3pPr>
            <a:lvl4pPr lvl="3">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4pPr>
            <a:lvl5pPr lvl="4">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5pPr>
            <a:lvl6pPr lvl="5">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6pPr>
            <a:lvl7pPr lvl="6">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7pPr>
            <a:lvl8pPr lvl="7">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8pPr>
            <a:lvl9pPr lvl="8">
              <a:spcBef>
                <a:spcPts val="0"/>
              </a:spcBef>
              <a:spcAft>
                <a:spcPts val="0"/>
              </a:spcAft>
              <a:buClr>
                <a:schemeClr val="dk1"/>
              </a:buClr>
              <a:buSzPts val="3600"/>
              <a:buFont typeface="Alumni Sans Pinstripe"/>
              <a:buNone/>
              <a:defRPr b="1" sz="3600">
                <a:solidFill>
                  <a:schemeClr val="dk1"/>
                </a:solidFill>
                <a:latin typeface="Alumni Sans Pinstripe"/>
                <a:ea typeface="Alumni Sans Pinstripe"/>
                <a:cs typeface="Alumni Sans Pinstripe"/>
                <a:sym typeface="Alumni Sans Pinstripe"/>
              </a:defRPr>
            </a:lvl9pPr>
          </a:lstStyle>
          <a:p/>
        </p:txBody>
      </p:sp>
      <p:sp>
        <p:nvSpPr>
          <p:cNvPr id="52" name="Google Shape;52;p13"/>
          <p:cNvSpPr txBox="1"/>
          <p:nvPr>
            <p:ph idx="1" type="body"/>
          </p:nvPr>
        </p:nvSpPr>
        <p:spPr>
          <a:xfrm>
            <a:off x="71327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1pPr>
            <a:lvl2pPr indent="-317500" lvl="1" marL="9144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2pPr>
            <a:lvl3pPr indent="-317500" lvl="2" marL="13716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3pPr>
            <a:lvl4pPr indent="-317500" lvl="3" marL="18288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4pPr>
            <a:lvl5pPr indent="-317500" lvl="4" marL="22860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5pPr>
            <a:lvl6pPr indent="-317500" lvl="5" marL="27432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6pPr>
            <a:lvl7pPr indent="-317500" lvl="6" marL="32004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7pPr>
            <a:lvl8pPr indent="-317500" lvl="7" marL="36576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8pPr>
            <a:lvl9pPr indent="-317500" lvl="8" marL="4114800">
              <a:lnSpc>
                <a:spcPct val="100000"/>
              </a:lnSpc>
              <a:spcBef>
                <a:spcPts val="0"/>
              </a:spcBef>
              <a:spcAft>
                <a:spcPts val="0"/>
              </a:spcAft>
              <a:buClr>
                <a:schemeClr val="dk1"/>
              </a:buClr>
              <a:buSzPts val="1400"/>
              <a:buFont typeface="Advent Pro"/>
              <a:buChar char="■"/>
              <a:defRPr>
                <a:solidFill>
                  <a:schemeClr val="dk1"/>
                </a:solidFill>
                <a:latin typeface="Advent Pro"/>
                <a:ea typeface="Advent Pro"/>
                <a:cs typeface="Advent Pro"/>
                <a:sym typeface="Advent Pr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 Id="rId3" Type="http://schemas.openxmlformats.org/officeDocument/2006/relationships/hyperlink" Target="https://wyatthitechlaw.com/2021/12/17/apache-log4j-vulnerability-in-java-applications-may-pose-risk-to-confidential-company-and-personal-information/#:~:text=According%20to%20the%20CISA%20Guidance,topped%20the%20list%20at%2059.9%25" TargetMode="External"/><Relationship Id="rId4" Type="http://schemas.openxmlformats.org/officeDocument/2006/relationships/hyperlink" Target="https://www.ncsc.gov.uk/information/log4j-vulnerability-what-everyone-needs-to-know" TargetMode="External"/><Relationship Id="rId5" Type="http://schemas.openxmlformats.org/officeDocument/2006/relationships/hyperlink" Target="https://www.ibm.com/think/topics/log4j#:~:text=The%20Log4j%20vulnerability%2C%20also%20known,and%20so%20easy%20to%20us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hyperlink" Target="http://bit.ly/2Tynxth" TargetMode="External"/><Relationship Id="rId9" Type="http://schemas.openxmlformats.org/officeDocument/2006/relationships/image" Target="../media/image5.png"/><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 Id="rId7" Type="http://schemas.openxmlformats.org/officeDocument/2006/relationships/image" Target="../media/image6.png"/><Relationship Id="rId8" Type="http://schemas.openxmlformats.org/officeDocument/2006/relationships/image" Target="../media/image1.png"/><Relationship Id="rId11" Type="http://schemas.openxmlformats.org/officeDocument/2006/relationships/image" Target="../media/image2.png"/><Relationship Id="rId10" Type="http://schemas.openxmlformats.org/officeDocument/2006/relationships/image" Target="../media/image4.png"/><Relationship Id="rId1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7" name="Shape 3127"/>
        <p:cNvGrpSpPr/>
        <p:nvPr/>
      </p:nvGrpSpPr>
      <p:grpSpPr>
        <a:xfrm>
          <a:off x="0" y="0"/>
          <a:ext cx="0" cy="0"/>
          <a:chOff x="0" y="0"/>
          <a:chExt cx="0" cy="0"/>
        </a:xfrm>
      </p:grpSpPr>
      <p:pic>
        <p:nvPicPr>
          <p:cNvPr id="3128" name="Google Shape;3128;p47"/>
          <p:cNvPicPr preferRelativeResize="0"/>
          <p:nvPr/>
        </p:nvPicPr>
        <p:blipFill>
          <a:blip r:embed="rId3">
            <a:alphaModFix/>
          </a:blip>
          <a:stretch>
            <a:fillRect/>
          </a:stretch>
        </p:blipFill>
        <p:spPr>
          <a:xfrm>
            <a:off x="183425" y="1946150"/>
            <a:ext cx="3633650" cy="2419999"/>
          </a:xfrm>
          <a:prstGeom prst="rect">
            <a:avLst/>
          </a:prstGeom>
          <a:noFill/>
          <a:ln>
            <a:noFill/>
          </a:ln>
        </p:spPr>
      </p:pic>
      <p:grpSp>
        <p:nvGrpSpPr>
          <p:cNvPr id="3129" name="Google Shape;3129;p47"/>
          <p:cNvGrpSpPr/>
          <p:nvPr/>
        </p:nvGrpSpPr>
        <p:grpSpPr>
          <a:xfrm>
            <a:off x="251783" y="4096069"/>
            <a:ext cx="2227588" cy="726522"/>
            <a:chOff x="3799000" y="1820400"/>
            <a:chExt cx="1039375" cy="338989"/>
          </a:xfrm>
        </p:grpSpPr>
        <p:sp>
          <p:nvSpPr>
            <p:cNvPr id="3130" name="Google Shape;3130;p47"/>
            <p:cNvSpPr/>
            <p:nvPr/>
          </p:nvSpPr>
          <p:spPr>
            <a:xfrm>
              <a:off x="469043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47"/>
            <p:cNvSpPr/>
            <p:nvPr/>
          </p:nvSpPr>
          <p:spPr>
            <a:xfrm>
              <a:off x="469043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47"/>
            <p:cNvSpPr/>
            <p:nvPr/>
          </p:nvSpPr>
          <p:spPr>
            <a:xfrm>
              <a:off x="477957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47"/>
            <p:cNvSpPr/>
            <p:nvPr/>
          </p:nvSpPr>
          <p:spPr>
            <a:xfrm>
              <a:off x="4601288"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47"/>
            <p:cNvSpPr/>
            <p:nvPr/>
          </p:nvSpPr>
          <p:spPr>
            <a:xfrm>
              <a:off x="442300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47"/>
            <p:cNvSpPr/>
            <p:nvPr/>
          </p:nvSpPr>
          <p:spPr>
            <a:xfrm>
              <a:off x="442300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47"/>
            <p:cNvSpPr/>
            <p:nvPr/>
          </p:nvSpPr>
          <p:spPr>
            <a:xfrm>
              <a:off x="442300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47"/>
            <p:cNvSpPr/>
            <p:nvPr/>
          </p:nvSpPr>
          <p:spPr>
            <a:xfrm>
              <a:off x="4512145"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47"/>
            <p:cNvSpPr/>
            <p:nvPr/>
          </p:nvSpPr>
          <p:spPr>
            <a:xfrm>
              <a:off x="4512145"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47"/>
            <p:cNvSpPr/>
            <p:nvPr/>
          </p:nvSpPr>
          <p:spPr>
            <a:xfrm>
              <a:off x="4512145"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47"/>
            <p:cNvSpPr/>
            <p:nvPr/>
          </p:nvSpPr>
          <p:spPr>
            <a:xfrm>
              <a:off x="433385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47"/>
            <p:cNvSpPr/>
            <p:nvPr/>
          </p:nvSpPr>
          <p:spPr>
            <a:xfrm>
              <a:off x="4333859"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47"/>
            <p:cNvSpPr/>
            <p:nvPr/>
          </p:nvSpPr>
          <p:spPr>
            <a:xfrm>
              <a:off x="433385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47"/>
            <p:cNvSpPr/>
            <p:nvPr/>
          </p:nvSpPr>
          <p:spPr>
            <a:xfrm>
              <a:off x="433385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47"/>
            <p:cNvSpPr/>
            <p:nvPr/>
          </p:nvSpPr>
          <p:spPr>
            <a:xfrm>
              <a:off x="4155572"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47"/>
            <p:cNvSpPr/>
            <p:nvPr/>
          </p:nvSpPr>
          <p:spPr>
            <a:xfrm>
              <a:off x="4155572"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47"/>
            <p:cNvSpPr/>
            <p:nvPr/>
          </p:nvSpPr>
          <p:spPr>
            <a:xfrm>
              <a:off x="4155572"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47"/>
            <p:cNvSpPr/>
            <p:nvPr/>
          </p:nvSpPr>
          <p:spPr>
            <a:xfrm>
              <a:off x="4155572"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47"/>
            <p:cNvSpPr/>
            <p:nvPr/>
          </p:nvSpPr>
          <p:spPr>
            <a:xfrm>
              <a:off x="424471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47"/>
            <p:cNvSpPr/>
            <p:nvPr/>
          </p:nvSpPr>
          <p:spPr>
            <a:xfrm>
              <a:off x="424471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47"/>
            <p:cNvSpPr/>
            <p:nvPr/>
          </p:nvSpPr>
          <p:spPr>
            <a:xfrm>
              <a:off x="424471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47"/>
            <p:cNvSpPr/>
            <p:nvPr/>
          </p:nvSpPr>
          <p:spPr>
            <a:xfrm>
              <a:off x="424471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47"/>
            <p:cNvSpPr/>
            <p:nvPr/>
          </p:nvSpPr>
          <p:spPr>
            <a:xfrm>
              <a:off x="4066429"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47"/>
            <p:cNvSpPr/>
            <p:nvPr/>
          </p:nvSpPr>
          <p:spPr>
            <a:xfrm>
              <a:off x="4066429"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47"/>
            <p:cNvSpPr/>
            <p:nvPr/>
          </p:nvSpPr>
          <p:spPr>
            <a:xfrm>
              <a:off x="4066429"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47"/>
            <p:cNvSpPr/>
            <p:nvPr/>
          </p:nvSpPr>
          <p:spPr>
            <a:xfrm>
              <a:off x="3888143"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47"/>
            <p:cNvSpPr/>
            <p:nvPr/>
          </p:nvSpPr>
          <p:spPr>
            <a:xfrm>
              <a:off x="3888143"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47"/>
            <p:cNvSpPr/>
            <p:nvPr/>
          </p:nvSpPr>
          <p:spPr>
            <a:xfrm>
              <a:off x="3888143"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47"/>
            <p:cNvSpPr/>
            <p:nvPr/>
          </p:nvSpPr>
          <p:spPr>
            <a:xfrm>
              <a:off x="3977286"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47"/>
            <p:cNvSpPr/>
            <p:nvPr/>
          </p:nvSpPr>
          <p:spPr>
            <a:xfrm>
              <a:off x="3977286"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47"/>
            <p:cNvSpPr/>
            <p:nvPr/>
          </p:nvSpPr>
          <p:spPr>
            <a:xfrm>
              <a:off x="3977286"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47"/>
            <p:cNvSpPr/>
            <p:nvPr/>
          </p:nvSpPr>
          <p:spPr>
            <a:xfrm>
              <a:off x="3977286"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47"/>
            <p:cNvSpPr/>
            <p:nvPr/>
          </p:nvSpPr>
          <p:spPr>
            <a:xfrm>
              <a:off x="3799000" y="182040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47"/>
            <p:cNvSpPr/>
            <p:nvPr/>
          </p:nvSpPr>
          <p:spPr>
            <a:xfrm>
              <a:off x="3799000" y="191379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47"/>
            <p:cNvSpPr/>
            <p:nvPr/>
          </p:nvSpPr>
          <p:spPr>
            <a:xfrm>
              <a:off x="3799000" y="200719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47"/>
            <p:cNvSpPr/>
            <p:nvPr/>
          </p:nvSpPr>
          <p:spPr>
            <a:xfrm>
              <a:off x="3799000" y="210058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6" name="Google Shape;3166;p47"/>
          <p:cNvGrpSpPr/>
          <p:nvPr/>
        </p:nvGrpSpPr>
        <p:grpSpPr>
          <a:xfrm>
            <a:off x="2374531" y="-1877848"/>
            <a:ext cx="745392" cy="771458"/>
            <a:chOff x="3962987" y="1472625"/>
            <a:chExt cx="316663" cy="327750"/>
          </a:xfrm>
        </p:grpSpPr>
        <p:grpSp>
          <p:nvGrpSpPr>
            <p:cNvPr id="3167" name="Google Shape;3167;p47"/>
            <p:cNvGrpSpPr/>
            <p:nvPr/>
          </p:nvGrpSpPr>
          <p:grpSpPr>
            <a:xfrm>
              <a:off x="3962987" y="1472625"/>
              <a:ext cx="316663" cy="58800"/>
              <a:chOff x="3962987" y="1472625"/>
              <a:chExt cx="316663" cy="58800"/>
            </a:xfrm>
          </p:grpSpPr>
          <p:sp>
            <p:nvSpPr>
              <p:cNvPr id="3168" name="Google Shape;3168;p47"/>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47"/>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47"/>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47"/>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2" name="Google Shape;3172;p47"/>
            <p:cNvGrpSpPr/>
            <p:nvPr/>
          </p:nvGrpSpPr>
          <p:grpSpPr>
            <a:xfrm>
              <a:off x="3962987" y="1562275"/>
              <a:ext cx="316663" cy="58800"/>
              <a:chOff x="3962987" y="1472625"/>
              <a:chExt cx="316663" cy="58800"/>
            </a:xfrm>
          </p:grpSpPr>
          <p:sp>
            <p:nvSpPr>
              <p:cNvPr id="3173" name="Google Shape;3173;p47"/>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47"/>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47"/>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47"/>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7" name="Google Shape;3177;p47"/>
            <p:cNvGrpSpPr/>
            <p:nvPr/>
          </p:nvGrpSpPr>
          <p:grpSpPr>
            <a:xfrm>
              <a:off x="3962987" y="1651925"/>
              <a:ext cx="316663" cy="58800"/>
              <a:chOff x="3962987" y="1472625"/>
              <a:chExt cx="316663" cy="58800"/>
            </a:xfrm>
          </p:grpSpPr>
          <p:sp>
            <p:nvSpPr>
              <p:cNvPr id="3178" name="Google Shape;3178;p47"/>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47"/>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47"/>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47"/>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2" name="Google Shape;3182;p47"/>
            <p:cNvGrpSpPr/>
            <p:nvPr/>
          </p:nvGrpSpPr>
          <p:grpSpPr>
            <a:xfrm>
              <a:off x="3962987" y="1741575"/>
              <a:ext cx="316663" cy="58800"/>
              <a:chOff x="3962987" y="1472625"/>
              <a:chExt cx="316663" cy="58800"/>
            </a:xfrm>
          </p:grpSpPr>
          <p:sp>
            <p:nvSpPr>
              <p:cNvPr id="3183" name="Google Shape;3183;p47"/>
              <p:cNvSpPr/>
              <p:nvPr/>
            </p:nvSpPr>
            <p:spPr>
              <a:xfrm>
                <a:off x="4220850"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47"/>
              <p:cNvSpPr/>
              <p:nvPr/>
            </p:nvSpPr>
            <p:spPr>
              <a:xfrm>
                <a:off x="4134896"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47"/>
              <p:cNvSpPr/>
              <p:nvPr/>
            </p:nvSpPr>
            <p:spPr>
              <a:xfrm>
                <a:off x="4048941"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47"/>
              <p:cNvSpPr/>
              <p:nvPr/>
            </p:nvSpPr>
            <p:spPr>
              <a:xfrm>
                <a:off x="3962987" y="14726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87" name="Google Shape;3187;p47"/>
          <p:cNvSpPr txBox="1"/>
          <p:nvPr>
            <p:ph type="ctrTitle"/>
          </p:nvPr>
        </p:nvSpPr>
        <p:spPr>
          <a:xfrm>
            <a:off x="3817063" y="1228288"/>
            <a:ext cx="4499400" cy="1824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Log4J</a:t>
            </a:r>
            <a:endParaRPr/>
          </a:p>
          <a:p>
            <a:pPr indent="0" lvl="0" marL="0" rtl="0" algn="r">
              <a:spcBef>
                <a:spcPts val="0"/>
              </a:spcBef>
              <a:spcAft>
                <a:spcPts val="0"/>
              </a:spcAft>
              <a:buNone/>
            </a:pPr>
            <a:r>
              <a:rPr lang="en"/>
              <a:t>Vulnerability</a:t>
            </a:r>
            <a:endParaRPr/>
          </a:p>
        </p:txBody>
      </p:sp>
      <p:sp>
        <p:nvSpPr>
          <p:cNvPr id="3188" name="Google Shape;3188;p47"/>
          <p:cNvSpPr txBox="1"/>
          <p:nvPr>
            <p:ph idx="1" type="subTitle"/>
          </p:nvPr>
        </p:nvSpPr>
        <p:spPr>
          <a:xfrm>
            <a:off x="5091675" y="3052300"/>
            <a:ext cx="3224700" cy="73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Zechariah C., Sandesh I., Kazi N.</a:t>
            </a:r>
            <a:endParaRPr/>
          </a:p>
        </p:txBody>
      </p:sp>
      <p:pic>
        <p:nvPicPr>
          <p:cNvPr id="3189" name="Google Shape;3189;p47"/>
          <p:cNvPicPr preferRelativeResize="0"/>
          <p:nvPr/>
        </p:nvPicPr>
        <p:blipFill>
          <a:blip r:embed="rId4">
            <a:alphaModFix/>
          </a:blip>
          <a:stretch>
            <a:fillRect/>
          </a:stretch>
        </p:blipFill>
        <p:spPr>
          <a:xfrm>
            <a:off x="4052311" y="2452228"/>
            <a:ext cx="1039375" cy="745235"/>
          </a:xfrm>
          <a:prstGeom prst="rect">
            <a:avLst/>
          </a:prstGeom>
          <a:noFill/>
          <a:ln>
            <a:noFill/>
          </a:ln>
        </p:spPr>
      </p:pic>
      <p:pic>
        <p:nvPicPr>
          <p:cNvPr id="3190" name="Google Shape;3190;p47"/>
          <p:cNvPicPr preferRelativeResize="0"/>
          <p:nvPr/>
        </p:nvPicPr>
        <p:blipFill>
          <a:blip r:embed="rId5">
            <a:alphaModFix/>
          </a:blip>
          <a:stretch>
            <a:fillRect/>
          </a:stretch>
        </p:blipFill>
        <p:spPr>
          <a:xfrm>
            <a:off x="1795468" y="918625"/>
            <a:ext cx="1796913" cy="2844548"/>
          </a:xfrm>
          <a:prstGeom prst="rect">
            <a:avLst/>
          </a:prstGeom>
          <a:noFill/>
          <a:ln>
            <a:noFill/>
          </a:ln>
        </p:spPr>
      </p:pic>
      <p:pic>
        <p:nvPicPr>
          <p:cNvPr id="3191" name="Google Shape;3191;p47"/>
          <p:cNvPicPr preferRelativeResize="0"/>
          <p:nvPr/>
        </p:nvPicPr>
        <p:blipFill>
          <a:blip r:embed="rId6">
            <a:alphaModFix/>
          </a:blip>
          <a:stretch>
            <a:fillRect/>
          </a:stretch>
        </p:blipFill>
        <p:spPr>
          <a:xfrm>
            <a:off x="799100" y="1780150"/>
            <a:ext cx="923250" cy="1217750"/>
          </a:xfrm>
          <a:prstGeom prst="rect">
            <a:avLst/>
          </a:prstGeom>
          <a:noFill/>
          <a:ln>
            <a:noFill/>
          </a:ln>
        </p:spPr>
      </p:pic>
      <p:pic>
        <p:nvPicPr>
          <p:cNvPr id="3192" name="Google Shape;3192;p47"/>
          <p:cNvPicPr preferRelativeResize="0"/>
          <p:nvPr/>
        </p:nvPicPr>
        <p:blipFill>
          <a:blip r:embed="rId7">
            <a:alphaModFix/>
          </a:blip>
          <a:stretch>
            <a:fillRect/>
          </a:stretch>
        </p:blipFill>
        <p:spPr>
          <a:xfrm>
            <a:off x="939125" y="2726398"/>
            <a:ext cx="1662625" cy="1740800"/>
          </a:xfrm>
          <a:prstGeom prst="rect">
            <a:avLst/>
          </a:prstGeom>
          <a:noFill/>
          <a:ln>
            <a:noFill/>
          </a:ln>
        </p:spPr>
      </p:pic>
      <p:pic>
        <p:nvPicPr>
          <p:cNvPr id="3193" name="Google Shape;3193;p47"/>
          <p:cNvPicPr preferRelativeResize="0"/>
          <p:nvPr/>
        </p:nvPicPr>
        <p:blipFill>
          <a:blip r:embed="rId8">
            <a:alphaModFix/>
          </a:blip>
          <a:stretch>
            <a:fillRect/>
          </a:stretch>
        </p:blipFill>
        <p:spPr>
          <a:xfrm>
            <a:off x="3498075" y="2867343"/>
            <a:ext cx="923250" cy="11679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187"/>
                                        </p:tgtEl>
                                        <p:attrNameLst>
                                          <p:attrName>style.visibility</p:attrName>
                                        </p:attrNameLst>
                                      </p:cBhvr>
                                      <p:to>
                                        <p:strVal val="visible"/>
                                      </p:to>
                                    </p:set>
                                    <p:anim calcmode="lin" valueType="num">
                                      <p:cBhvr additive="base">
                                        <p:cTn dur="1000"/>
                                        <p:tgtEl>
                                          <p:spTgt spid="31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88"/>
                                        </p:tgtEl>
                                        <p:attrNameLst>
                                          <p:attrName>style.visibility</p:attrName>
                                        </p:attrNameLst>
                                      </p:cBhvr>
                                      <p:to>
                                        <p:strVal val="visible"/>
                                      </p:to>
                                    </p:set>
                                    <p:anim calcmode="lin" valueType="num">
                                      <p:cBhvr additive="base">
                                        <p:cTn dur="1000"/>
                                        <p:tgtEl>
                                          <p:spTgt spid="31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7" name="Shape 3197"/>
        <p:cNvGrpSpPr/>
        <p:nvPr/>
      </p:nvGrpSpPr>
      <p:grpSpPr>
        <a:xfrm>
          <a:off x="0" y="0"/>
          <a:ext cx="0" cy="0"/>
          <a:chOff x="0" y="0"/>
          <a:chExt cx="0" cy="0"/>
        </a:xfrm>
      </p:grpSpPr>
      <p:sp>
        <p:nvSpPr>
          <p:cNvPr id="3198" name="Google Shape;3198;p48"/>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is Log4J?</a:t>
            </a:r>
            <a:endParaRPr/>
          </a:p>
        </p:txBody>
      </p:sp>
      <p:sp>
        <p:nvSpPr>
          <p:cNvPr id="3199" name="Google Shape;3199;p48"/>
          <p:cNvSpPr txBox="1"/>
          <p:nvPr/>
        </p:nvSpPr>
        <p:spPr>
          <a:xfrm>
            <a:off x="1106450" y="1173725"/>
            <a:ext cx="3708000" cy="3289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Open source Logging software</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originally created by Ceki Gülcü in 1996</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Owned by Apache Software Foundation</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Can log data in files, databases, and even </a:t>
            </a:r>
            <a:r>
              <a:rPr b="1" lang="en">
                <a:solidFill>
                  <a:schemeClr val="dk1"/>
                </a:solidFill>
                <a:latin typeface="Advent Pro"/>
                <a:ea typeface="Advent Pro"/>
                <a:cs typeface="Advent Pro"/>
                <a:sym typeface="Advent Pro"/>
              </a:rPr>
              <a:t>remote servers</a:t>
            </a:r>
            <a:endParaRPr b="1">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b="1">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Unmatched performance compared to other frameworks.</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Used by big companies such as Amazon, Microsoft, Oracle, and Google.</a:t>
            </a:r>
            <a:endParaRPr>
              <a:solidFill>
                <a:schemeClr val="dk1"/>
              </a:solidFill>
              <a:latin typeface="Advent Pro"/>
              <a:ea typeface="Advent Pro"/>
              <a:cs typeface="Advent Pro"/>
              <a:sym typeface="Advent Pro"/>
            </a:endParaRPr>
          </a:p>
        </p:txBody>
      </p:sp>
      <p:pic>
        <p:nvPicPr>
          <p:cNvPr id="3200" name="Google Shape;3200;p48"/>
          <p:cNvPicPr preferRelativeResize="0"/>
          <p:nvPr/>
        </p:nvPicPr>
        <p:blipFill>
          <a:blip r:embed="rId3">
            <a:alphaModFix/>
          </a:blip>
          <a:stretch>
            <a:fillRect/>
          </a:stretch>
        </p:blipFill>
        <p:spPr>
          <a:xfrm>
            <a:off x="5618495" y="1364363"/>
            <a:ext cx="1837125" cy="2908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198"/>
                                        </p:tgtEl>
                                        <p:attrNameLst>
                                          <p:attrName>style.visibility</p:attrName>
                                        </p:attrNameLst>
                                      </p:cBhvr>
                                      <p:to>
                                        <p:strVal val="visible"/>
                                      </p:to>
                                    </p:set>
                                    <p:anim calcmode="lin" valueType="num">
                                      <p:cBhvr additive="base">
                                        <p:cTn dur="1500"/>
                                        <p:tgtEl>
                                          <p:spTgt spid="3198"/>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4">
                                  <p:stCondLst>
                                    <p:cond delay="0"/>
                                  </p:stCondLst>
                                  <p:childTnLst>
                                    <p:set>
                                      <p:cBhvr>
                                        <p:cTn dur="1" fill="hold">
                                          <p:stCondLst>
                                            <p:cond delay="0"/>
                                          </p:stCondLst>
                                        </p:cTn>
                                        <p:tgtEl>
                                          <p:spTgt spid="3199">
                                            <p:txEl>
                                              <p:pRg end="0" st="0"/>
                                            </p:txEl>
                                          </p:spTgt>
                                        </p:tgtEl>
                                        <p:attrNameLst>
                                          <p:attrName>style.visibility</p:attrName>
                                        </p:attrNameLst>
                                      </p:cBhvr>
                                      <p:to>
                                        <p:strVal val="visible"/>
                                      </p:to>
                                    </p:set>
                                    <p:anim calcmode="lin" valueType="num">
                                      <p:cBhvr additive="base">
                                        <p:cTn dur="200"/>
                                        <p:tgtEl>
                                          <p:spTgt spid="3199">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700"/>
                            </p:stCondLst>
                            <p:childTnLst>
                              <p:par>
                                <p:cTn fill="hold" nodeType="afterEffect" presetClass="entr" presetID="2" presetSubtype="4">
                                  <p:stCondLst>
                                    <p:cond delay="0"/>
                                  </p:stCondLst>
                                  <p:childTnLst>
                                    <p:set>
                                      <p:cBhvr>
                                        <p:cTn dur="1" fill="hold">
                                          <p:stCondLst>
                                            <p:cond delay="0"/>
                                          </p:stCondLst>
                                        </p:cTn>
                                        <p:tgtEl>
                                          <p:spTgt spid="3199">
                                            <p:txEl>
                                              <p:pRg end="1" st="1"/>
                                            </p:txEl>
                                          </p:spTgt>
                                        </p:tgtEl>
                                        <p:attrNameLst>
                                          <p:attrName>style.visibility</p:attrName>
                                        </p:attrNameLst>
                                      </p:cBhvr>
                                      <p:to>
                                        <p:strVal val="visible"/>
                                      </p:to>
                                    </p:set>
                                    <p:anim calcmode="lin" valueType="num">
                                      <p:cBhvr additive="base">
                                        <p:cTn dur="200"/>
                                        <p:tgtEl>
                                          <p:spTgt spid="3199">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900"/>
                            </p:stCondLst>
                            <p:childTnLst>
                              <p:par>
                                <p:cTn fill="hold" nodeType="afterEffect" presetClass="entr" presetID="2" presetSubtype="4">
                                  <p:stCondLst>
                                    <p:cond delay="0"/>
                                  </p:stCondLst>
                                  <p:childTnLst>
                                    <p:set>
                                      <p:cBhvr>
                                        <p:cTn dur="1" fill="hold">
                                          <p:stCondLst>
                                            <p:cond delay="0"/>
                                          </p:stCondLst>
                                        </p:cTn>
                                        <p:tgtEl>
                                          <p:spTgt spid="3199">
                                            <p:txEl>
                                              <p:pRg end="2" st="2"/>
                                            </p:txEl>
                                          </p:spTgt>
                                        </p:tgtEl>
                                        <p:attrNameLst>
                                          <p:attrName>style.visibility</p:attrName>
                                        </p:attrNameLst>
                                      </p:cBhvr>
                                      <p:to>
                                        <p:strVal val="visible"/>
                                      </p:to>
                                    </p:set>
                                    <p:anim calcmode="lin" valueType="num">
                                      <p:cBhvr additive="base">
                                        <p:cTn dur="200"/>
                                        <p:tgtEl>
                                          <p:spTgt spid="3199">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100"/>
                            </p:stCondLst>
                            <p:childTnLst>
                              <p:par>
                                <p:cTn fill="hold" nodeType="afterEffect" presetClass="entr" presetID="2" presetSubtype="4">
                                  <p:stCondLst>
                                    <p:cond delay="0"/>
                                  </p:stCondLst>
                                  <p:childTnLst>
                                    <p:set>
                                      <p:cBhvr>
                                        <p:cTn dur="1" fill="hold">
                                          <p:stCondLst>
                                            <p:cond delay="0"/>
                                          </p:stCondLst>
                                        </p:cTn>
                                        <p:tgtEl>
                                          <p:spTgt spid="3199">
                                            <p:txEl>
                                              <p:pRg end="3" st="3"/>
                                            </p:txEl>
                                          </p:spTgt>
                                        </p:tgtEl>
                                        <p:attrNameLst>
                                          <p:attrName>style.visibility</p:attrName>
                                        </p:attrNameLst>
                                      </p:cBhvr>
                                      <p:to>
                                        <p:strVal val="visible"/>
                                      </p:to>
                                    </p:set>
                                    <p:anim calcmode="lin" valueType="num">
                                      <p:cBhvr additive="base">
                                        <p:cTn dur="200"/>
                                        <p:tgtEl>
                                          <p:spTgt spid="3199">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300"/>
                            </p:stCondLst>
                            <p:childTnLst>
                              <p:par>
                                <p:cTn fill="hold" nodeType="afterEffect" presetClass="entr" presetID="2" presetSubtype="4">
                                  <p:stCondLst>
                                    <p:cond delay="0"/>
                                  </p:stCondLst>
                                  <p:childTnLst>
                                    <p:set>
                                      <p:cBhvr>
                                        <p:cTn dur="1" fill="hold">
                                          <p:stCondLst>
                                            <p:cond delay="0"/>
                                          </p:stCondLst>
                                        </p:cTn>
                                        <p:tgtEl>
                                          <p:spTgt spid="3199">
                                            <p:txEl>
                                              <p:pRg end="4" st="4"/>
                                            </p:txEl>
                                          </p:spTgt>
                                        </p:tgtEl>
                                        <p:attrNameLst>
                                          <p:attrName>style.visibility</p:attrName>
                                        </p:attrNameLst>
                                      </p:cBhvr>
                                      <p:to>
                                        <p:strVal val="visible"/>
                                      </p:to>
                                    </p:set>
                                    <p:anim calcmode="lin" valueType="num">
                                      <p:cBhvr additive="base">
                                        <p:cTn dur="200"/>
                                        <p:tgtEl>
                                          <p:spTgt spid="3199">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4">
                                  <p:stCondLst>
                                    <p:cond delay="0"/>
                                  </p:stCondLst>
                                  <p:childTnLst>
                                    <p:set>
                                      <p:cBhvr>
                                        <p:cTn dur="1" fill="hold">
                                          <p:stCondLst>
                                            <p:cond delay="0"/>
                                          </p:stCondLst>
                                        </p:cTn>
                                        <p:tgtEl>
                                          <p:spTgt spid="3199">
                                            <p:txEl>
                                              <p:pRg end="5" st="5"/>
                                            </p:txEl>
                                          </p:spTgt>
                                        </p:tgtEl>
                                        <p:attrNameLst>
                                          <p:attrName>style.visibility</p:attrName>
                                        </p:attrNameLst>
                                      </p:cBhvr>
                                      <p:to>
                                        <p:strVal val="visible"/>
                                      </p:to>
                                    </p:set>
                                    <p:anim calcmode="lin" valueType="num">
                                      <p:cBhvr additive="base">
                                        <p:cTn dur="200"/>
                                        <p:tgtEl>
                                          <p:spTgt spid="3199">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700"/>
                            </p:stCondLst>
                            <p:childTnLst>
                              <p:par>
                                <p:cTn fill="hold" nodeType="afterEffect" presetClass="entr" presetID="2" presetSubtype="4">
                                  <p:stCondLst>
                                    <p:cond delay="0"/>
                                  </p:stCondLst>
                                  <p:childTnLst>
                                    <p:set>
                                      <p:cBhvr>
                                        <p:cTn dur="1" fill="hold">
                                          <p:stCondLst>
                                            <p:cond delay="0"/>
                                          </p:stCondLst>
                                        </p:cTn>
                                        <p:tgtEl>
                                          <p:spTgt spid="3199">
                                            <p:txEl>
                                              <p:pRg end="6" st="6"/>
                                            </p:txEl>
                                          </p:spTgt>
                                        </p:tgtEl>
                                        <p:attrNameLst>
                                          <p:attrName>style.visibility</p:attrName>
                                        </p:attrNameLst>
                                      </p:cBhvr>
                                      <p:to>
                                        <p:strVal val="visible"/>
                                      </p:to>
                                    </p:set>
                                    <p:anim calcmode="lin" valueType="num">
                                      <p:cBhvr additive="base">
                                        <p:cTn dur="200"/>
                                        <p:tgtEl>
                                          <p:spTgt spid="3199">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900"/>
                            </p:stCondLst>
                            <p:childTnLst>
                              <p:par>
                                <p:cTn fill="hold" nodeType="afterEffect" presetClass="entr" presetID="2" presetSubtype="4">
                                  <p:stCondLst>
                                    <p:cond delay="0"/>
                                  </p:stCondLst>
                                  <p:childTnLst>
                                    <p:set>
                                      <p:cBhvr>
                                        <p:cTn dur="1" fill="hold">
                                          <p:stCondLst>
                                            <p:cond delay="0"/>
                                          </p:stCondLst>
                                        </p:cTn>
                                        <p:tgtEl>
                                          <p:spTgt spid="3199">
                                            <p:txEl>
                                              <p:pRg end="7" st="7"/>
                                            </p:txEl>
                                          </p:spTgt>
                                        </p:tgtEl>
                                        <p:attrNameLst>
                                          <p:attrName>style.visibility</p:attrName>
                                        </p:attrNameLst>
                                      </p:cBhvr>
                                      <p:to>
                                        <p:strVal val="visible"/>
                                      </p:to>
                                    </p:set>
                                    <p:anim calcmode="lin" valueType="num">
                                      <p:cBhvr additive="base">
                                        <p:cTn dur="200"/>
                                        <p:tgtEl>
                                          <p:spTgt spid="3199">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100"/>
                            </p:stCondLst>
                            <p:childTnLst>
                              <p:par>
                                <p:cTn fill="hold" nodeType="afterEffect" presetClass="entr" presetID="2" presetSubtype="4">
                                  <p:stCondLst>
                                    <p:cond delay="0"/>
                                  </p:stCondLst>
                                  <p:childTnLst>
                                    <p:set>
                                      <p:cBhvr>
                                        <p:cTn dur="1" fill="hold">
                                          <p:stCondLst>
                                            <p:cond delay="0"/>
                                          </p:stCondLst>
                                        </p:cTn>
                                        <p:tgtEl>
                                          <p:spTgt spid="3199">
                                            <p:txEl>
                                              <p:pRg end="8" st="8"/>
                                            </p:txEl>
                                          </p:spTgt>
                                        </p:tgtEl>
                                        <p:attrNameLst>
                                          <p:attrName>style.visibility</p:attrName>
                                        </p:attrNameLst>
                                      </p:cBhvr>
                                      <p:to>
                                        <p:strVal val="visible"/>
                                      </p:to>
                                    </p:set>
                                    <p:anim calcmode="lin" valueType="num">
                                      <p:cBhvr additive="base">
                                        <p:cTn dur="200"/>
                                        <p:tgtEl>
                                          <p:spTgt spid="3199">
                                            <p:txEl>
                                              <p:pRg end="8" st="8"/>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300"/>
                            </p:stCondLst>
                            <p:childTnLst>
                              <p:par>
                                <p:cTn fill="hold" nodeType="afterEffect" presetClass="entr" presetID="2" presetSubtype="4">
                                  <p:stCondLst>
                                    <p:cond delay="0"/>
                                  </p:stCondLst>
                                  <p:childTnLst>
                                    <p:set>
                                      <p:cBhvr>
                                        <p:cTn dur="1" fill="hold">
                                          <p:stCondLst>
                                            <p:cond delay="0"/>
                                          </p:stCondLst>
                                        </p:cTn>
                                        <p:tgtEl>
                                          <p:spTgt spid="3199">
                                            <p:txEl>
                                              <p:pRg end="9" st="9"/>
                                            </p:txEl>
                                          </p:spTgt>
                                        </p:tgtEl>
                                        <p:attrNameLst>
                                          <p:attrName>style.visibility</p:attrName>
                                        </p:attrNameLst>
                                      </p:cBhvr>
                                      <p:to>
                                        <p:strVal val="visible"/>
                                      </p:to>
                                    </p:set>
                                    <p:anim calcmode="lin" valueType="num">
                                      <p:cBhvr additive="base">
                                        <p:cTn dur="200"/>
                                        <p:tgtEl>
                                          <p:spTgt spid="3199">
                                            <p:txEl>
                                              <p:pRg end="9" st="9"/>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500"/>
                            </p:stCondLst>
                            <p:childTnLst>
                              <p:par>
                                <p:cTn fill="hold" nodeType="afterEffect" presetClass="entr" presetID="2" presetSubtype="4">
                                  <p:stCondLst>
                                    <p:cond delay="0"/>
                                  </p:stCondLst>
                                  <p:childTnLst>
                                    <p:set>
                                      <p:cBhvr>
                                        <p:cTn dur="1" fill="hold">
                                          <p:stCondLst>
                                            <p:cond delay="0"/>
                                          </p:stCondLst>
                                        </p:cTn>
                                        <p:tgtEl>
                                          <p:spTgt spid="3199">
                                            <p:txEl>
                                              <p:pRg end="10" st="10"/>
                                            </p:txEl>
                                          </p:spTgt>
                                        </p:tgtEl>
                                        <p:attrNameLst>
                                          <p:attrName>style.visibility</p:attrName>
                                        </p:attrNameLst>
                                      </p:cBhvr>
                                      <p:to>
                                        <p:strVal val="visible"/>
                                      </p:to>
                                    </p:set>
                                    <p:anim calcmode="lin" valueType="num">
                                      <p:cBhvr additive="base">
                                        <p:cTn dur="200"/>
                                        <p:tgtEl>
                                          <p:spTgt spid="3199">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4" name="Shape 3204"/>
        <p:cNvGrpSpPr/>
        <p:nvPr/>
      </p:nvGrpSpPr>
      <p:grpSpPr>
        <a:xfrm>
          <a:off x="0" y="0"/>
          <a:ext cx="0" cy="0"/>
          <a:chOff x="0" y="0"/>
          <a:chExt cx="0" cy="0"/>
        </a:xfrm>
      </p:grpSpPr>
      <p:sp>
        <p:nvSpPr>
          <p:cNvPr id="3205" name="Google Shape;3205;p49"/>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was Log4Shell?</a:t>
            </a:r>
            <a:endParaRPr/>
          </a:p>
        </p:txBody>
      </p:sp>
      <p:sp>
        <p:nvSpPr>
          <p:cNvPr id="3206" name="Google Shape;3206;p49"/>
          <p:cNvSpPr txBox="1"/>
          <p:nvPr/>
        </p:nvSpPr>
        <p:spPr>
          <a:xfrm>
            <a:off x="1106450" y="1173725"/>
            <a:ext cx="3708000" cy="3289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Discovered on November 24, 2021 by Alibaba researchers</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Present in Log4J version 2.14.1 and versions 2.15</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originated from Java Naming and Directory Interface or JNDI lookups</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Extremely accessible</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At the peak of the attacks, there were around 100 attacks every minute</a:t>
            </a:r>
            <a:endParaRPr>
              <a:solidFill>
                <a:schemeClr val="dk1"/>
              </a:solidFill>
              <a:latin typeface="Advent Pro"/>
              <a:ea typeface="Advent Pro"/>
              <a:cs typeface="Advent Pro"/>
              <a:sym typeface="Advent Pro"/>
            </a:endParaRPr>
          </a:p>
        </p:txBody>
      </p:sp>
      <p:sp>
        <p:nvSpPr>
          <p:cNvPr id="3207" name="Google Shape;3207;p49"/>
          <p:cNvSpPr txBox="1"/>
          <p:nvPr/>
        </p:nvSpPr>
        <p:spPr>
          <a:xfrm>
            <a:off x="5019275" y="1173725"/>
            <a:ext cx="3708000" cy="3289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Abused to distribute botnets, </a:t>
            </a:r>
            <a:endParaRPr>
              <a:solidFill>
                <a:schemeClr val="dk1"/>
              </a:solidFill>
              <a:latin typeface="Advent Pro"/>
              <a:ea typeface="Advent Pro"/>
              <a:cs typeface="Advent Pro"/>
              <a:sym typeface="Advent Pro"/>
            </a:endParaRPr>
          </a:p>
          <a:p>
            <a:pPr indent="0" lvl="0" marL="457200" rtl="0" algn="l">
              <a:spcBef>
                <a:spcPts val="0"/>
              </a:spcBef>
              <a:spcAft>
                <a:spcPts val="0"/>
              </a:spcAft>
              <a:buNone/>
            </a:pPr>
            <a:r>
              <a:rPr lang="en">
                <a:solidFill>
                  <a:schemeClr val="dk1"/>
                </a:solidFill>
                <a:latin typeface="Advent Pro"/>
                <a:ea typeface="Advent Pro"/>
                <a:cs typeface="Advent Pro"/>
                <a:sym typeface="Advent Pro"/>
              </a:rPr>
              <a:t>cryptomining malware, spyware, and ransomware</a:t>
            </a:r>
            <a:endParaRPr>
              <a:solidFill>
                <a:schemeClr val="dk1"/>
              </a:solidFill>
              <a:latin typeface="Advent Pro"/>
              <a:ea typeface="Advent Pro"/>
              <a:cs typeface="Advent Pro"/>
              <a:sym typeface="Advent Pro"/>
            </a:endParaRPr>
          </a:p>
        </p:txBody>
      </p:sp>
      <p:pic>
        <p:nvPicPr>
          <p:cNvPr id="3208" name="Google Shape;3208;p49"/>
          <p:cNvPicPr preferRelativeResize="0"/>
          <p:nvPr/>
        </p:nvPicPr>
        <p:blipFill>
          <a:blip r:embed="rId3">
            <a:alphaModFix/>
          </a:blip>
          <a:stretch>
            <a:fillRect/>
          </a:stretch>
        </p:blipFill>
        <p:spPr>
          <a:xfrm>
            <a:off x="5704100" y="2100550"/>
            <a:ext cx="2070950" cy="2168300"/>
          </a:xfrm>
          <a:prstGeom prst="rect">
            <a:avLst/>
          </a:prstGeom>
          <a:noFill/>
          <a:ln>
            <a:noFill/>
          </a:ln>
        </p:spPr>
      </p:pic>
      <p:pic>
        <p:nvPicPr>
          <p:cNvPr id="3209" name="Google Shape;3209;p49"/>
          <p:cNvPicPr preferRelativeResize="0"/>
          <p:nvPr/>
        </p:nvPicPr>
        <p:blipFill>
          <a:blip r:embed="rId4">
            <a:alphaModFix/>
          </a:blip>
          <a:stretch>
            <a:fillRect/>
          </a:stretch>
        </p:blipFill>
        <p:spPr>
          <a:xfrm>
            <a:off x="6360175" y="2600731"/>
            <a:ext cx="923250" cy="11679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205"/>
                                        </p:tgtEl>
                                        <p:attrNameLst>
                                          <p:attrName>style.visibility</p:attrName>
                                        </p:attrNameLst>
                                      </p:cBhvr>
                                      <p:to>
                                        <p:strVal val="visible"/>
                                      </p:to>
                                    </p:set>
                                    <p:anim calcmode="lin" valueType="num">
                                      <p:cBhvr additive="base">
                                        <p:cTn dur="1500"/>
                                        <p:tgtEl>
                                          <p:spTgt spid="3205"/>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4">
                                  <p:stCondLst>
                                    <p:cond delay="0"/>
                                  </p:stCondLst>
                                  <p:childTnLst>
                                    <p:set>
                                      <p:cBhvr>
                                        <p:cTn dur="1" fill="hold">
                                          <p:stCondLst>
                                            <p:cond delay="0"/>
                                          </p:stCondLst>
                                        </p:cTn>
                                        <p:tgtEl>
                                          <p:spTgt spid="3206">
                                            <p:txEl>
                                              <p:pRg end="0" st="0"/>
                                            </p:txEl>
                                          </p:spTgt>
                                        </p:tgtEl>
                                        <p:attrNameLst>
                                          <p:attrName>style.visibility</p:attrName>
                                        </p:attrNameLst>
                                      </p:cBhvr>
                                      <p:to>
                                        <p:strVal val="visible"/>
                                      </p:to>
                                    </p:set>
                                    <p:anim calcmode="lin" valueType="num">
                                      <p:cBhvr additive="base">
                                        <p:cTn dur="200"/>
                                        <p:tgtEl>
                                          <p:spTgt spid="3206">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700"/>
                            </p:stCondLst>
                            <p:childTnLst>
                              <p:par>
                                <p:cTn fill="hold" nodeType="afterEffect" presetClass="entr" presetID="2" presetSubtype="4">
                                  <p:stCondLst>
                                    <p:cond delay="0"/>
                                  </p:stCondLst>
                                  <p:childTnLst>
                                    <p:set>
                                      <p:cBhvr>
                                        <p:cTn dur="1" fill="hold">
                                          <p:stCondLst>
                                            <p:cond delay="0"/>
                                          </p:stCondLst>
                                        </p:cTn>
                                        <p:tgtEl>
                                          <p:spTgt spid="3206">
                                            <p:txEl>
                                              <p:pRg end="1" st="1"/>
                                            </p:txEl>
                                          </p:spTgt>
                                        </p:tgtEl>
                                        <p:attrNameLst>
                                          <p:attrName>style.visibility</p:attrName>
                                        </p:attrNameLst>
                                      </p:cBhvr>
                                      <p:to>
                                        <p:strVal val="visible"/>
                                      </p:to>
                                    </p:set>
                                    <p:anim calcmode="lin" valueType="num">
                                      <p:cBhvr additive="base">
                                        <p:cTn dur="200"/>
                                        <p:tgtEl>
                                          <p:spTgt spid="3206">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900"/>
                            </p:stCondLst>
                            <p:childTnLst>
                              <p:par>
                                <p:cTn fill="hold" nodeType="afterEffect" presetClass="entr" presetID="2" presetSubtype="4">
                                  <p:stCondLst>
                                    <p:cond delay="0"/>
                                  </p:stCondLst>
                                  <p:childTnLst>
                                    <p:set>
                                      <p:cBhvr>
                                        <p:cTn dur="1" fill="hold">
                                          <p:stCondLst>
                                            <p:cond delay="0"/>
                                          </p:stCondLst>
                                        </p:cTn>
                                        <p:tgtEl>
                                          <p:spTgt spid="3206">
                                            <p:txEl>
                                              <p:pRg end="2" st="2"/>
                                            </p:txEl>
                                          </p:spTgt>
                                        </p:tgtEl>
                                        <p:attrNameLst>
                                          <p:attrName>style.visibility</p:attrName>
                                        </p:attrNameLst>
                                      </p:cBhvr>
                                      <p:to>
                                        <p:strVal val="visible"/>
                                      </p:to>
                                    </p:set>
                                    <p:anim calcmode="lin" valueType="num">
                                      <p:cBhvr additive="base">
                                        <p:cTn dur="200"/>
                                        <p:tgtEl>
                                          <p:spTgt spid="3206">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100"/>
                            </p:stCondLst>
                            <p:childTnLst>
                              <p:par>
                                <p:cTn fill="hold" nodeType="afterEffect" presetClass="entr" presetID="2" presetSubtype="4">
                                  <p:stCondLst>
                                    <p:cond delay="0"/>
                                  </p:stCondLst>
                                  <p:childTnLst>
                                    <p:set>
                                      <p:cBhvr>
                                        <p:cTn dur="1" fill="hold">
                                          <p:stCondLst>
                                            <p:cond delay="0"/>
                                          </p:stCondLst>
                                        </p:cTn>
                                        <p:tgtEl>
                                          <p:spTgt spid="3206">
                                            <p:txEl>
                                              <p:pRg end="3" st="3"/>
                                            </p:txEl>
                                          </p:spTgt>
                                        </p:tgtEl>
                                        <p:attrNameLst>
                                          <p:attrName>style.visibility</p:attrName>
                                        </p:attrNameLst>
                                      </p:cBhvr>
                                      <p:to>
                                        <p:strVal val="visible"/>
                                      </p:to>
                                    </p:set>
                                    <p:anim calcmode="lin" valueType="num">
                                      <p:cBhvr additive="base">
                                        <p:cTn dur="200"/>
                                        <p:tgtEl>
                                          <p:spTgt spid="3206">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300"/>
                            </p:stCondLst>
                            <p:childTnLst>
                              <p:par>
                                <p:cTn fill="hold" nodeType="afterEffect" presetClass="entr" presetID="2" presetSubtype="4">
                                  <p:stCondLst>
                                    <p:cond delay="0"/>
                                  </p:stCondLst>
                                  <p:childTnLst>
                                    <p:set>
                                      <p:cBhvr>
                                        <p:cTn dur="1" fill="hold">
                                          <p:stCondLst>
                                            <p:cond delay="0"/>
                                          </p:stCondLst>
                                        </p:cTn>
                                        <p:tgtEl>
                                          <p:spTgt spid="3206">
                                            <p:txEl>
                                              <p:pRg end="4" st="4"/>
                                            </p:txEl>
                                          </p:spTgt>
                                        </p:tgtEl>
                                        <p:attrNameLst>
                                          <p:attrName>style.visibility</p:attrName>
                                        </p:attrNameLst>
                                      </p:cBhvr>
                                      <p:to>
                                        <p:strVal val="visible"/>
                                      </p:to>
                                    </p:set>
                                    <p:anim calcmode="lin" valueType="num">
                                      <p:cBhvr additive="base">
                                        <p:cTn dur="200"/>
                                        <p:tgtEl>
                                          <p:spTgt spid="3206">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4">
                                  <p:stCondLst>
                                    <p:cond delay="0"/>
                                  </p:stCondLst>
                                  <p:childTnLst>
                                    <p:set>
                                      <p:cBhvr>
                                        <p:cTn dur="1" fill="hold">
                                          <p:stCondLst>
                                            <p:cond delay="0"/>
                                          </p:stCondLst>
                                        </p:cTn>
                                        <p:tgtEl>
                                          <p:spTgt spid="3206">
                                            <p:txEl>
                                              <p:pRg end="5" st="5"/>
                                            </p:txEl>
                                          </p:spTgt>
                                        </p:tgtEl>
                                        <p:attrNameLst>
                                          <p:attrName>style.visibility</p:attrName>
                                        </p:attrNameLst>
                                      </p:cBhvr>
                                      <p:to>
                                        <p:strVal val="visible"/>
                                      </p:to>
                                    </p:set>
                                    <p:anim calcmode="lin" valueType="num">
                                      <p:cBhvr additive="base">
                                        <p:cTn dur="200"/>
                                        <p:tgtEl>
                                          <p:spTgt spid="3206">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700"/>
                            </p:stCondLst>
                            <p:childTnLst>
                              <p:par>
                                <p:cTn fill="hold" nodeType="afterEffect" presetClass="entr" presetID="2" presetSubtype="4">
                                  <p:stCondLst>
                                    <p:cond delay="0"/>
                                  </p:stCondLst>
                                  <p:childTnLst>
                                    <p:set>
                                      <p:cBhvr>
                                        <p:cTn dur="1" fill="hold">
                                          <p:stCondLst>
                                            <p:cond delay="0"/>
                                          </p:stCondLst>
                                        </p:cTn>
                                        <p:tgtEl>
                                          <p:spTgt spid="3206">
                                            <p:txEl>
                                              <p:pRg end="6" st="6"/>
                                            </p:txEl>
                                          </p:spTgt>
                                        </p:tgtEl>
                                        <p:attrNameLst>
                                          <p:attrName>style.visibility</p:attrName>
                                        </p:attrNameLst>
                                      </p:cBhvr>
                                      <p:to>
                                        <p:strVal val="visible"/>
                                      </p:to>
                                    </p:set>
                                    <p:anim calcmode="lin" valueType="num">
                                      <p:cBhvr additive="base">
                                        <p:cTn dur="200"/>
                                        <p:tgtEl>
                                          <p:spTgt spid="3206">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900"/>
                            </p:stCondLst>
                            <p:childTnLst>
                              <p:par>
                                <p:cTn fill="hold" nodeType="afterEffect" presetClass="entr" presetID="2" presetSubtype="4">
                                  <p:stCondLst>
                                    <p:cond delay="0"/>
                                  </p:stCondLst>
                                  <p:childTnLst>
                                    <p:set>
                                      <p:cBhvr>
                                        <p:cTn dur="1" fill="hold">
                                          <p:stCondLst>
                                            <p:cond delay="0"/>
                                          </p:stCondLst>
                                        </p:cTn>
                                        <p:tgtEl>
                                          <p:spTgt spid="3206">
                                            <p:txEl>
                                              <p:pRg end="7" st="7"/>
                                            </p:txEl>
                                          </p:spTgt>
                                        </p:tgtEl>
                                        <p:attrNameLst>
                                          <p:attrName>style.visibility</p:attrName>
                                        </p:attrNameLst>
                                      </p:cBhvr>
                                      <p:to>
                                        <p:strVal val="visible"/>
                                      </p:to>
                                    </p:set>
                                    <p:anim calcmode="lin" valueType="num">
                                      <p:cBhvr additive="base">
                                        <p:cTn dur="200"/>
                                        <p:tgtEl>
                                          <p:spTgt spid="3206">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100"/>
                            </p:stCondLst>
                            <p:childTnLst>
                              <p:par>
                                <p:cTn fill="hold" nodeType="afterEffect" presetClass="entr" presetID="2" presetSubtype="4">
                                  <p:stCondLst>
                                    <p:cond delay="0"/>
                                  </p:stCondLst>
                                  <p:childTnLst>
                                    <p:set>
                                      <p:cBhvr>
                                        <p:cTn dur="1" fill="hold">
                                          <p:stCondLst>
                                            <p:cond delay="0"/>
                                          </p:stCondLst>
                                        </p:cTn>
                                        <p:tgtEl>
                                          <p:spTgt spid="3206">
                                            <p:txEl>
                                              <p:pRg end="8" st="8"/>
                                            </p:txEl>
                                          </p:spTgt>
                                        </p:tgtEl>
                                        <p:attrNameLst>
                                          <p:attrName>style.visibility</p:attrName>
                                        </p:attrNameLst>
                                      </p:cBhvr>
                                      <p:to>
                                        <p:strVal val="visible"/>
                                      </p:to>
                                    </p:set>
                                    <p:anim calcmode="lin" valueType="num">
                                      <p:cBhvr additive="base">
                                        <p:cTn dur="200"/>
                                        <p:tgtEl>
                                          <p:spTgt spid="3206">
                                            <p:txEl>
                                              <p:pRg end="8" st="8"/>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300"/>
                            </p:stCondLst>
                            <p:childTnLst>
                              <p:par>
                                <p:cTn fill="hold" nodeType="afterEffect" presetClass="entr" presetID="2" presetSubtype="4">
                                  <p:stCondLst>
                                    <p:cond delay="0"/>
                                  </p:stCondLst>
                                  <p:childTnLst>
                                    <p:set>
                                      <p:cBhvr>
                                        <p:cTn dur="1" fill="hold">
                                          <p:stCondLst>
                                            <p:cond delay="0"/>
                                          </p:stCondLst>
                                        </p:cTn>
                                        <p:tgtEl>
                                          <p:spTgt spid="3207"/>
                                        </p:tgtEl>
                                        <p:attrNameLst>
                                          <p:attrName>style.visibility</p:attrName>
                                        </p:attrNameLst>
                                      </p:cBhvr>
                                      <p:to>
                                        <p:strVal val="visible"/>
                                      </p:to>
                                    </p:set>
                                    <p:anim calcmode="lin" valueType="num">
                                      <p:cBhvr additive="base">
                                        <p:cTn dur="200"/>
                                        <p:tgtEl>
                                          <p:spTgt spid="320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3" name="Shape 3213"/>
        <p:cNvGrpSpPr/>
        <p:nvPr/>
      </p:nvGrpSpPr>
      <p:grpSpPr>
        <a:xfrm>
          <a:off x="0" y="0"/>
          <a:ext cx="0" cy="0"/>
          <a:chOff x="0" y="0"/>
          <a:chExt cx="0" cy="0"/>
        </a:xfrm>
      </p:grpSpPr>
      <p:sp>
        <p:nvSpPr>
          <p:cNvPr id="3214" name="Google Shape;3214;p50"/>
          <p:cNvSpPr txBox="1"/>
          <p:nvPr>
            <p:ph type="title"/>
          </p:nvPr>
        </p:nvSpPr>
        <p:spPr>
          <a:xfrm>
            <a:off x="713250" y="133750"/>
            <a:ext cx="7717500" cy="740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Relationship to CIA Triad</a:t>
            </a:r>
            <a:endParaRPr/>
          </a:p>
        </p:txBody>
      </p:sp>
      <p:pic>
        <p:nvPicPr>
          <p:cNvPr id="3215" name="Google Shape;3215;p50"/>
          <p:cNvPicPr preferRelativeResize="0"/>
          <p:nvPr/>
        </p:nvPicPr>
        <p:blipFill>
          <a:blip r:embed="rId3">
            <a:alphaModFix/>
          </a:blip>
          <a:stretch>
            <a:fillRect/>
          </a:stretch>
        </p:blipFill>
        <p:spPr>
          <a:xfrm>
            <a:off x="165249" y="111063"/>
            <a:ext cx="1096325" cy="786076"/>
          </a:xfrm>
          <a:prstGeom prst="rect">
            <a:avLst/>
          </a:prstGeom>
          <a:noFill/>
          <a:ln>
            <a:noFill/>
          </a:ln>
        </p:spPr>
      </p:pic>
      <p:sp>
        <p:nvSpPr>
          <p:cNvPr id="3216" name="Google Shape;3216;p50"/>
          <p:cNvSpPr txBox="1"/>
          <p:nvPr/>
        </p:nvSpPr>
        <p:spPr>
          <a:xfrm>
            <a:off x="947600" y="782050"/>
            <a:ext cx="7414500" cy="4090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Confidentiality</a:t>
            </a:r>
            <a:r>
              <a:rPr b="1" lang="en">
                <a:solidFill>
                  <a:schemeClr val="dk1"/>
                </a:solidFill>
                <a:latin typeface="Advent Pro"/>
                <a:ea typeface="Advent Pro"/>
                <a:cs typeface="Advent Pro"/>
                <a:sym typeface="Advent Pro"/>
              </a:rPr>
              <a:t>: </a:t>
            </a:r>
            <a:endParaRPr b="1">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Impact:</a:t>
            </a:r>
            <a:r>
              <a:rPr lang="en">
                <a:solidFill>
                  <a:schemeClr val="dk1"/>
                </a:solidFill>
                <a:latin typeface="Advent Pro"/>
                <a:ea typeface="Advent Pro"/>
                <a:cs typeface="Advent Pro"/>
                <a:sym typeface="Advent Pro"/>
              </a:rPr>
              <a:t> Allowed remote attackers to easily bypass authentication and steal sensitive data. Attackers were able to inject malicious code into logs to gain full system control, install spyware, or transfer sensitive information from the database.</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Vulnerability: </a:t>
            </a:r>
            <a:r>
              <a:rPr lang="en">
                <a:solidFill>
                  <a:schemeClr val="dk1"/>
                </a:solidFill>
                <a:latin typeface="Advent Pro"/>
                <a:ea typeface="Advent Pro"/>
                <a:cs typeface="Advent Pro"/>
                <a:sym typeface="Advent Pro"/>
              </a:rPr>
              <a:t>No proper input validation or restriction. Weak access controls put in place, making the system </a:t>
            </a:r>
            <a:r>
              <a:rPr lang="en">
                <a:solidFill>
                  <a:schemeClr val="dk1"/>
                </a:solidFill>
                <a:latin typeface="Advent Pro"/>
                <a:ea typeface="Advent Pro"/>
                <a:cs typeface="Advent Pro"/>
                <a:sym typeface="Advent Pro"/>
              </a:rPr>
              <a:t>easily</a:t>
            </a:r>
            <a:r>
              <a:rPr lang="en">
                <a:solidFill>
                  <a:schemeClr val="dk1"/>
                </a:solidFill>
                <a:latin typeface="Advent Pro"/>
                <a:ea typeface="Advent Pro"/>
                <a:cs typeface="Advent Pro"/>
                <a:sym typeface="Advent Pro"/>
              </a:rPr>
              <a:t> susceptible to an attack</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Safeguards: </a:t>
            </a:r>
            <a:r>
              <a:rPr lang="en">
                <a:solidFill>
                  <a:schemeClr val="dk1"/>
                </a:solidFill>
                <a:latin typeface="Advent Pro"/>
                <a:ea typeface="Advent Pro"/>
                <a:cs typeface="Advent Pro"/>
                <a:sym typeface="Advent Pro"/>
              </a:rPr>
              <a:t>More input restriction and Network filtering</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Integrity</a:t>
            </a:r>
            <a:r>
              <a:rPr lang="en">
                <a:solidFill>
                  <a:schemeClr val="dk1"/>
                </a:solidFill>
                <a:latin typeface="Advent Pro"/>
                <a:ea typeface="Advent Pro"/>
                <a:cs typeface="Advent Pro"/>
                <a:sym typeface="Advent Pro"/>
              </a:rPr>
              <a:t>: </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Impact:</a:t>
            </a:r>
            <a:r>
              <a:rPr lang="en">
                <a:solidFill>
                  <a:schemeClr val="dk1"/>
                </a:solidFill>
                <a:latin typeface="Advent Pro"/>
                <a:ea typeface="Advent Pro"/>
                <a:cs typeface="Advent Pro"/>
                <a:sym typeface="Advent Pro"/>
              </a:rPr>
              <a:t> Allowed threat actors to </a:t>
            </a:r>
            <a:r>
              <a:rPr lang="en">
                <a:solidFill>
                  <a:schemeClr val="dk1"/>
                </a:solidFill>
                <a:latin typeface="Advent Pro"/>
                <a:ea typeface="Advent Pro"/>
                <a:cs typeface="Advent Pro"/>
                <a:sym typeface="Advent Pro"/>
              </a:rPr>
              <a:t>modify</a:t>
            </a:r>
            <a:r>
              <a:rPr lang="en">
                <a:solidFill>
                  <a:schemeClr val="dk1"/>
                </a:solidFill>
                <a:latin typeface="Advent Pro"/>
                <a:ea typeface="Advent Pro"/>
                <a:cs typeface="Advent Pro"/>
                <a:sym typeface="Advent Pro"/>
              </a:rPr>
              <a:t> code and install ransomware. Attackers were able to modify system files or inject malicious code.</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Vulnerability</a:t>
            </a:r>
            <a:r>
              <a:rPr lang="en">
                <a:solidFill>
                  <a:schemeClr val="dk1"/>
                </a:solidFill>
                <a:latin typeface="Advent Pro"/>
                <a:ea typeface="Advent Pro"/>
                <a:cs typeface="Advent Pro"/>
                <a:sym typeface="Advent Pro"/>
              </a:rPr>
              <a:t>: Remote Code Execution (</a:t>
            </a:r>
            <a:r>
              <a:rPr lang="en">
                <a:solidFill>
                  <a:schemeClr val="dk1"/>
                </a:solidFill>
                <a:latin typeface="Advent Pro"/>
                <a:ea typeface="Advent Pro"/>
                <a:cs typeface="Advent Pro"/>
                <a:sym typeface="Advent Pro"/>
              </a:rPr>
              <a:t>allows attackers to execute malicious code on a target machine from a remote location) </a:t>
            </a:r>
            <a:r>
              <a:rPr lang="en">
                <a:solidFill>
                  <a:schemeClr val="dk1"/>
                </a:solidFill>
                <a:latin typeface="Advent Pro"/>
                <a:ea typeface="Advent Pro"/>
                <a:cs typeface="Advent Pro"/>
                <a:sym typeface="Advent Pro"/>
              </a:rPr>
              <a:t>allowed full control of the application</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Safeguards: </a:t>
            </a:r>
            <a:r>
              <a:rPr lang="en">
                <a:solidFill>
                  <a:schemeClr val="dk1"/>
                </a:solidFill>
                <a:latin typeface="Advent Pro"/>
                <a:ea typeface="Advent Pro"/>
                <a:cs typeface="Advent Pro"/>
                <a:sym typeface="Advent Pro"/>
              </a:rPr>
              <a:t>Principle of least privilege and code–level restrictions</a:t>
            </a:r>
            <a:endParaRPr>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Availability: </a:t>
            </a:r>
            <a:endParaRPr b="1">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Impact:</a:t>
            </a:r>
            <a:r>
              <a:rPr lang="en">
                <a:solidFill>
                  <a:schemeClr val="dk1"/>
                </a:solidFill>
                <a:latin typeface="Advent Pro"/>
                <a:ea typeface="Advent Pro"/>
                <a:cs typeface="Advent Pro"/>
                <a:sym typeface="Advent Pro"/>
              </a:rPr>
              <a:t> Allowed remote attackers to take control of systems, leading to widespread shutdowns, ransomware and forced emergency patching. </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Vulnerability: </a:t>
            </a:r>
            <a:r>
              <a:rPr lang="en">
                <a:solidFill>
                  <a:schemeClr val="dk1"/>
                </a:solidFill>
                <a:latin typeface="Advent Pro"/>
                <a:ea typeface="Advent Pro"/>
                <a:cs typeface="Advent Pro"/>
                <a:sym typeface="Advent Pro"/>
              </a:rPr>
              <a:t>The exploit was easy to trigger and widely accessible. </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Safeguard: </a:t>
            </a:r>
            <a:r>
              <a:rPr lang="en">
                <a:solidFill>
                  <a:schemeClr val="dk1"/>
                </a:solidFill>
                <a:latin typeface="Advent Pro"/>
                <a:ea typeface="Advent Pro"/>
                <a:cs typeface="Advent Pro"/>
                <a:sym typeface="Advent Pro"/>
              </a:rPr>
              <a:t>Monitor systems, apply patches quickly and limit traffic if needed</a:t>
            </a:r>
            <a:endParaRPr>
              <a:solidFill>
                <a:schemeClr val="dk1"/>
              </a:solidFill>
              <a:latin typeface="Advent Pro"/>
              <a:ea typeface="Advent Pro"/>
              <a:cs typeface="Advent Pro"/>
              <a:sym typeface="Advent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214"/>
                                        </p:tgtEl>
                                        <p:attrNameLst>
                                          <p:attrName>style.visibility</p:attrName>
                                        </p:attrNameLst>
                                      </p:cBhvr>
                                      <p:to>
                                        <p:strVal val="visible"/>
                                      </p:to>
                                    </p:set>
                                    <p:anim calcmode="lin" valueType="num">
                                      <p:cBhvr additive="base">
                                        <p:cTn dur="1000"/>
                                        <p:tgtEl>
                                          <p:spTgt spid="3214"/>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3216">
                                            <p:txEl>
                                              <p:pRg end="0" st="0"/>
                                            </p:txEl>
                                          </p:spTgt>
                                        </p:tgtEl>
                                        <p:attrNameLst>
                                          <p:attrName>style.visibility</p:attrName>
                                        </p:attrNameLst>
                                      </p:cBhvr>
                                      <p:to>
                                        <p:strVal val="visible"/>
                                      </p:to>
                                    </p:set>
                                    <p:anim calcmode="lin" valueType="num">
                                      <p:cBhvr additive="base">
                                        <p:cTn dur="200"/>
                                        <p:tgtEl>
                                          <p:spTgt spid="3216">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200"/>
                            </p:stCondLst>
                            <p:childTnLst>
                              <p:par>
                                <p:cTn fill="hold" nodeType="afterEffect" presetClass="entr" presetID="2" presetSubtype="4">
                                  <p:stCondLst>
                                    <p:cond delay="0"/>
                                  </p:stCondLst>
                                  <p:childTnLst>
                                    <p:set>
                                      <p:cBhvr>
                                        <p:cTn dur="1" fill="hold">
                                          <p:stCondLst>
                                            <p:cond delay="0"/>
                                          </p:stCondLst>
                                        </p:cTn>
                                        <p:tgtEl>
                                          <p:spTgt spid="3216">
                                            <p:txEl>
                                              <p:pRg end="1" st="1"/>
                                            </p:txEl>
                                          </p:spTgt>
                                        </p:tgtEl>
                                        <p:attrNameLst>
                                          <p:attrName>style.visibility</p:attrName>
                                        </p:attrNameLst>
                                      </p:cBhvr>
                                      <p:to>
                                        <p:strVal val="visible"/>
                                      </p:to>
                                    </p:set>
                                    <p:anim calcmode="lin" valueType="num">
                                      <p:cBhvr additive="base">
                                        <p:cTn dur="200"/>
                                        <p:tgtEl>
                                          <p:spTgt spid="3216">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400"/>
                            </p:stCondLst>
                            <p:childTnLst>
                              <p:par>
                                <p:cTn fill="hold" nodeType="afterEffect" presetClass="entr" presetID="2" presetSubtype="4">
                                  <p:stCondLst>
                                    <p:cond delay="0"/>
                                  </p:stCondLst>
                                  <p:childTnLst>
                                    <p:set>
                                      <p:cBhvr>
                                        <p:cTn dur="1" fill="hold">
                                          <p:stCondLst>
                                            <p:cond delay="0"/>
                                          </p:stCondLst>
                                        </p:cTn>
                                        <p:tgtEl>
                                          <p:spTgt spid="3216">
                                            <p:txEl>
                                              <p:pRg end="2" st="2"/>
                                            </p:txEl>
                                          </p:spTgt>
                                        </p:tgtEl>
                                        <p:attrNameLst>
                                          <p:attrName>style.visibility</p:attrName>
                                        </p:attrNameLst>
                                      </p:cBhvr>
                                      <p:to>
                                        <p:strVal val="visible"/>
                                      </p:to>
                                    </p:set>
                                    <p:anim calcmode="lin" valueType="num">
                                      <p:cBhvr additive="base">
                                        <p:cTn dur="200"/>
                                        <p:tgtEl>
                                          <p:spTgt spid="3216">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600"/>
                            </p:stCondLst>
                            <p:childTnLst>
                              <p:par>
                                <p:cTn fill="hold" nodeType="afterEffect" presetClass="entr" presetID="2" presetSubtype="4">
                                  <p:stCondLst>
                                    <p:cond delay="0"/>
                                  </p:stCondLst>
                                  <p:childTnLst>
                                    <p:set>
                                      <p:cBhvr>
                                        <p:cTn dur="1" fill="hold">
                                          <p:stCondLst>
                                            <p:cond delay="0"/>
                                          </p:stCondLst>
                                        </p:cTn>
                                        <p:tgtEl>
                                          <p:spTgt spid="3216">
                                            <p:txEl>
                                              <p:pRg end="3" st="3"/>
                                            </p:txEl>
                                          </p:spTgt>
                                        </p:tgtEl>
                                        <p:attrNameLst>
                                          <p:attrName>style.visibility</p:attrName>
                                        </p:attrNameLst>
                                      </p:cBhvr>
                                      <p:to>
                                        <p:strVal val="visible"/>
                                      </p:to>
                                    </p:set>
                                    <p:anim calcmode="lin" valueType="num">
                                      <p:cBhvr additive="base">
                                        <p:cTn dur="200"/>
                                        <p:tgtEl>
                                          <p:spTgt spid="3216">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800"/>
                            </p:stCondLst>
                            <p:childTnLst>
                              <p:par>
                                <p:cTn fill="hold" nodeType="afterEffect" presetClass="entr" presetID="2" presetSubtype="4">
                                  <p:stCondLst>
                                    <p:cond delay="0"/>
                                  </p:stCondLst>
                                  <p:childTnLst>
                                    <p:set>
                                      <p:cBhvr>
                                        <p:cTn dur="1" fill="hold">
                                          <p:stCondLst>
                                            <p:cond delay="0"/>
                                          </p:stCondLst>
                                        </p:cTn>
                                        <p:tgtEl>
                                          <p:spTgt spid="3216">
                                            <p:txEl>
                                              <p:pRg end="4" st="4"/>
                                            </p:txEl>
                                          </p:spTgt>
                                        </p:tgtEl>
                                        <p:attrNameLst>
                                          <p:attrName>style.visibility</p:attrName>
                                        </p:attrNameLst>
                                      </p:cBhvr>
                                      <p:to>
                                        <p:strVal val="visible"/>
                                      </p:to>
                                    </p:set>
                                    <p:anim calcmode="lin" valueType="num">
                                      <p:cBhvr additive="base">
                                        <p:cTn dur="200"/>
                                        <p:tgtEl>
                                          <p:spTgt spid="3216">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3216">
                                            <p:txEl>
                                              <p:pRg end="5" st="5"/>
                                            </p:txEl>
                                          </p:spTgt>
                                        </p:tgtEl>
                                        <p:attrNameLst>
                                          <p:attrName>style.visibility</p:attrName>
                                        </p:attrNameLst>
                                      </p:cBhvr>
                                      <p:to>
                                        <p:strVal val="visible"/>
                                      </p:to>
                                    </p:set>
                                    <p:anim calcmode="lin" valueType="num">
                                      <p:cBhvr additive="base">
                                        <p:cTn dur="200"/>
                                        <p:tgtEl>
                                          <p:spTgt spid="3216">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200"/>
                            </p:stCondLst>
                            <p:childTnLst>
                              <p:par>
                                <p:cTn fill="hold" nodeType="afterEffect" presetClass="entr" presetID="2" presetSubtype="4">
                                  <p:stCondLst>
                                    <p:cond delay="0"/>
                                  </p:stCondLst>
                                  <p:childTnLst>
                                    <p:set>
                                      <p:cBhvr>
                                        <p:cTn dur="1" fill="hold">
                                          <p:stCondLst>
                                            <p:cond delay="0"/>
                                          </p:stCondLst>
                                        </p:cTn>
                                        <p:tgtEl>
                                          <p:spTgt spid="3216">
                                            <p:txEl>
                                              <p:pRg end="6" st="6"/>
                                            </p:txEl>
                                          </p:spTgt>
                                        </p:tgtEl>
                                        <p:attrNameLst>
                                          <p:attrName>style.visibility</p:attrName>
                                        </p:attrNameLst>
                                      </p:cBhvr>
                                      <p:to>
                                        <p:strVal val="visible"/>
                                      </p:to>
                                    </p:set>
                                    <p:anim calcmode="lin" valueType="num">
                                      <p:cBhvr additive="base">
                                        <p:cTn dur="200"/>
                                        <p:tgtEl>
                                          <p:spTgt spid="3216">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400"/>
                            </p:stCondLst>
                            <p:childTnLst>
                              <p:par>
                                <p:cTn fill="hold" nodeType="afterEffect" presetClass="entr" presetID="2" presetSubtype="4">
                                  <p:stCondLst>
                                    <p:cond delay="0"/>
                                  </p:stCondLst>
                                  <p:childTnLst>
                                    <p:set>
                                      <p:cBhvr>
                                        <p:cTn dur="1" fill="hold">
                                          <p:stCondLst>
                                            <p:cond delay="0"/>
                                          </p:stCondLst>
                                        </p:cTn>
                                        <p:tgtEl>
                                          <p:spTgt spid="3216">
                                            <p:txEl>
                                              <p:pRg end="7" st="7"/>
                                            </p:txEl>
                                          </p:spTgt>
                                        </p:tgtEl>
                                        <p:attrNameLst>
                                          <p:attrName>style.visibility</p:attrName>
                                        </p:attrNameLst>
                                      </p:cBhvr>
                                      <p:to>
                                        <p:strVal val="visible"/>
                                      </p:to>
                                    </p:set>
                                    <p:anim calcmode="lin" valueType="num">
                                      <p:cBhvr additive="base">
                                        <p:cTn dur="200"/>
                                        <p:tgtEl>
                                          <p:spTgt spid="3216">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600"/>
                            </p:stCondLst>
                            <p:childTnLst>
                              <p:par>
                                <p:cTn fill="hold" nodeType="afterEffect" presetClass="entr" presetID="2" presetSubtype="4">
                                  <p:stCondLst>
                                    <p:cond delay="0"/>
                                  </p:stCondLst>
                                  <p:childTnLst>
                                    <p:set>
                                      <p:cBhvr>
                                        <p:cTn dur="1" fill="hold">
                                          <p:stCondLst>
                                            <p:cond delay="0"/>
                                          </p:stCondLst>
                                        </p:cTn>
                                        <p:tgtEl>
                                          <p:spTgt spid="3216">
                                            <p:txEl>
                                              <p:pRg end="8" st="8"/>
                                            </p:txEl>
                                          </p:spTgt>
                                        </p:tgtEl>
                                        <p:attrNameLst>
                                          <p:attrName>style.visibility</p:attrName>
                                        </p:attrNameLst>
                                      </p:cBhvr>
                                      <p:to>
                                        <p:strVal val="visible"/>
                                      </p:to>
                                    </p:set>
                                    <p:anim calcmode="lin" valueType="num">
                                      <p:cBhvr additive="base">
                                        <p:cTn dur="200"/>
                                        <p:tgtEl>
                                          <p:spTgt spid="3216">
                                            <p:txEl>
                                              <p:pRg end="8" st="8"/>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800"/>
                            </p:stCondLst>
                            <p:childTnLst>
                              <p:par>
                                <p:cTn fill="hold" nodeType="afterEffect" presetClass="entr" presetID="2" presetSubtype="4">
                                  <p:stCondLst>
                                    <p:cond delay="0"/>
                                  </p:stCondLst>
                                  <p:childTnLst>
                                    <p:set>
                                      <p:cBhvr>
                                        <p:cTn dur="1" fill="hold">
                                          <p:stCondLst>
                                            <p:cond delay="0"/>
                                          </p:stCondLst>
                                        </p:cTn>
                                        <p:tgtEl>
                                          <p:spTgt spid="3216">
                                            <p:txEl>
                                              <p:pRg end="9" st="9"/>
                                            </p:txEl>
                                          </p:spTgt>
                                        </p:tgtEl>
                                        <p:attrNameLst>
                                          <p:attrName>style.visibility</p:attrName>
                                        </p:attrNameLst>
                                      </p:cBhvr>
                                      <p:to>
                                        <p:strVal val="visible"/>
                                      </p:to>
                                    </p:set>
                                    <p:anim calcmode="lin" valueType="num">
                                      <p:cBhvr additive="base">
                                        <p:cTn dur="200"/>
                                        <p:tgtEl>
                                          <p:spTgt spid="3216">
                                            <p:txEl>
                                              <p:pRg end="9" st="9"/>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000"/>
                            </p:stCondLst>
                            <p:childTnLst>
                              <p:par>
                                <p:cTn fill="hold" nodeType="afterEffect" presetClass="entr" presetID="2" presetSubtype="4">
                                  <p:stCondLst>
                                    <p:cond delay="0"/>
                                  </p:stCondLst>
                                  <p:childTnLst>
                                    <p:set>
                                      <p:cBhvr>
                                        <p:cTn dur="1" fill="hold">
                                          <p:stCondLst>
                                            <p:cond delay="0"/>
                                          </p:stCondLst>
                                        </p:cTn>
                                        <p:tgtEl>
                                          <p:spTgt spid="3216">
                                            <p:txEl>
                                              <p:pRg end="10" st="10"/>
                                            </p:txEl>
                                          </p:spTgt>
                                        </p:tgtEl>
                                        <p:attrNameLst>
                                          <p:attrName>style.visibility</p:attrName>
                                        </p:attrNameLst>
                                      </p:cBhvr>
                                      <p:to>
                                        <p:strVal val="visible"/>
                                      </p:to>
                                    </p:set>
                                    <p:anim calcmode="lin" valueType="num">
                                      <p:cBhvr additive="base">
                                        <p:cTn dur="200"/>
                                        <p:tgtEl>
                                          <p:spTgt spid="3216">
                                            <p:txEl>
                                              <p:pRg end="10" st="1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200"/>
                            </p:stCondLst>
                            <p:childTnLst>
                              <p:par>
                                <p:cTn fill="hold" nodeType="afterEffect" presetClass="entr" presetID="2" presetSubtype="4">
                                  <p:stCondLst>
                                    <p:cond delay="0"/>
                                  </p:stCondLst>
                                  <p:childTnLst>
                                    <p:set>
                                      <p:cBhvr>
                                        <p:cTn dur="1" fill="hold">
                                          <p:stCondLst>
                                            <p:cond delay="0"/>
                                          </p:stCondLst>
                                        </p:cTn>
                                        <p:tgtEl>
                                          <p:spTgt spid="3216">
                                            <p:txEl>
                                              <p:pRg end="11" st="11"/>
                                            </p:txEl>
                                          </p:spTgt>
                                        </p:tgtEl>
                                        <p:attrNameLst>
                                          <p:attrName>style.visibility</p:attrName>
                                        </p:attrNameLst>
                                      </p:cBhvr>
                                      <p:to>
                                        <p:strVal val="visible"/>
                                      </p:to>
                                    </p:set>
                                    <p:anim calcmode="lin" valueType="num">
                                      <p:cBhvr additive="base">
                                        <p:cTn dur="200"/>
                                        <p:tgtEl>
                                          <p:spTgt spid="321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0" name="Shape 3220"/>
        <p:cNvGrpSpPr/>
        <p:nvPr/>
      </p:nvGrpSpPr>
      <p:grpSpPr>
        <a:xfrm>
          <a:off x="0" y="0"/>
          <a:ext cx="0" cy="0"/>
          <a:chOff x="0" y="0"/>
          <a:chExt cx="0" cy="0"/>
        </a:xfrm>
      </p:grpSpPr>
      <p:sp>
        <p:nvSpPr>
          <p:cNvPr id="3221" name="Google Shape;3221;p51"/>
          <p:cNvSpPr txBox="1"/>
          <p:nvPr>
            <p:ph type="title"/>
          </p:nvPr>
        </p:nvSpPr>
        <p:spPr>
          <a:xfrm>
            <a:off x="750925" y="2749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Post-Attack Analysis</a:t>
            </a:r>
            <a:endParaRPr/>
          </a:p>
        </p:txBody>
      </p:sp>
      <p:grpSp>
        <p:nvGrpSpPr>
          <p:cNvPr id="3222" name="Google Shape;3222;p51"/>
          <p:cNvGrpSpPr/>
          <p:nvPr/>
        </p:nvGrpSpPr>
        <p:grpSpPr>
          <a:xfrm>
            <a:off x="8375391" y="274915"/>
            <a:ext cx="485944" cy="339170"/>
            <a:chOff x="5265975" y="1869575"/>
            <a:chExt cx="269400" cy="128825"/>
          </a:xfrm>
        </p:grpSpPr>
        <p:cxnSp>
          <p:nvCxnSpPr>
            <p:cNvPr id="3223" name="Google Shape;3223;p51"/>
            <p:cNvCxnSpPr/>
            <p:nvPr/>
          </p:nvCxnSpPr>
          <p:spPr>
            <a:xfrm>
              <a:off x="5265975" y="1869575"/>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224" name="Google Shape;3224;p51"/>
            <p:cNvCxnSpPr/>
            <p:nvPr/>
          </p:nvCxnSpPr>
          <p:spPr>
            <a:xfrm>
              <a:off x="5265975" y="1901781"/>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225" name="Google Shape;3225;p51"/>
            <p:cNvCxnSpPr/>
            <p:nvPr/>
          </p:nvCxnSpPr>
          <p:spPr>
            <a:xfrm>
              <a:off x="5265975" y="1933988"/>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226" name="Google Shape;3226;p51"/>
            <p:cNvCxnSpPr/>
            <p:nvPr/>
          </p:nvCxnSpPr>
          <p:spPr>
            <a:xfrm>
              <a:off x="5265975" y="1966194"/>
              <a:ext cx="269400" cy="0"/>
            </a:xfrm>
            <a:prstGeom prst="straightConnector1">
              <a:avLst/>
            </a:prstGeom>
            <a:noFill/>
            <a:ln cap="flat" cmpd="sng" w="9525">
              <a:solidFill>
                <a:schemeClr val="dk1"/>
              </a:solidFill>
              <a:prstDash val="solid"/>
              <a:round/>
              <a:headEnd len="med" w="med" type="none"/>
              <a:tailEnd len="med" w="med" type="none"/>
            </a:ln>
          </p:spPr>
        </p:cxnSp>
        <p:cxnSp>
          <p:nvCxnSpPr>
            <p:cNvPr id="3227" name="Google Shape;3227;p51"/>
            <p:cNvCxnSpPr/>
            <p:nvPr/>
          </p:nvCxnSpPr>
          <p:spPr>
            <a:xfrm>
              <a:off x="5265975" y="1998400"/>
              <a:ext cx="269400" cy="0"/>
            </a:xfrm>
            <a:prstGeom prst="straightConnector1">
              <a:avLst/>
            </a:prstGeom>
            <a:noFill/>
            <a:ln cap="flat" cmpd="sng" w="9525">
              <a:solidFill>
                <a:schemeClr val="dk1"/>
              </a:solidFill>
              <a:prstDash val="solid"/>
              <a:round/>
              <a:headEnd len="med" w="med" type="none"/>
              <a:tailEnd len="med" w="med" type="none"/>
            </a:ln>
          </p:spPr>
        </p:cxnSp>
      </p:grpSp>
      <p:sp>
        <p:nvSpPr>
          <p:cNvPr id="3228" name="Google Shape;3228;p51"/>
          <p:cNvSpPr txBox="1"/>
          <p:nvPr/>
        </p:nvSpPr>
        <p:spPr>
          <a:xfrm>
            <a:off x="977575" y="1013825"/>
            <a:ext cx="7264200" cy="34980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What was Done Well?</a:t>
            </a:r>
            <a:endParaRPr b="1"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Fast Action: </a:t>
            </a:r>
            <a:r>
              <a:rPr lang="en" sz="1500">
                <a:solidFill>
                  <a:schemeClr val="dk1"/>
                </a:solidFill>
                <a:latin typeface="Advent Pro"/>
                <a:ea typeface="Advent Pro"/>
                <a:cs typeface="Advent Pro"/>
                <a:sym typeface="Advent Pro"/>
              </a:rPr>
              <a:t>The Apache Software Foundation acted quickly, issuing patches for the Java Logging Library almost instantly to complete secure the systems.</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Widespread</a:t>
            </a:r>
            <a:r>
              <a:rPr b="1" lang="en" sz="1500">
                <a:solidFill>
                  <a:schemeClr val="dk1"/>
                </a:solidFill>
                <a:latin typeface="Advent Pro"/>
                <a:ea typeface="Advent Pro"/>
                <a:cs typeface="Advent Pro"/>
                <a:sym typeface="Advent Pro"/>
              </a:rPr>
              <a:t> Collaboration: </a:t>
            </a:r>
            <a:r>
              <a:rPr lang="en" sz="1500">
                <a:solidFill>
                  <a:schemeClr val="dk1"/>
                </a:solidFill>
                <a:latin typeface="Advent Pro"/>
                <a:ea typeface="Advent Pro"/>
                <a:cs typeface="Advent Pro"/>
                <a:sym typeface="Advent Pro"/>
              </a:rPr>
              <a:t>Security teams and developers globally worked together to share threat intelligence and identify affected systems, enabling many of the issues to be patched before major damage occurred. </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Mitigation Strategies: </a:t>
            </a:r>
            <a:r>
              <a:rPr lang="en" sz="1500">
                <a:solidFill>
                  <a:schemeClr val="dk1"/>
                </a:solidFill>
                <a:latin typeface="Advent Pro"/>
                <a:ea typeface="Advent Pro"/>
                <a:cs typeface="Advent Pro"/>
                <a:sym typeface="Advent Pro"/>
              </a:rPr>
              <a:t>The community was able to identify several key techniques to stop attacks such as disabling JNDI lookups and filtering LDAP Traffic:</a:t>
            </a:r>
            <a:endParaRPr sz="1500">
              <a:solidFill>
                <a:schemeClr val="dk1"/>
              </a:solidFill>
              <a:latin typeface="Advent Pro"/>
              <a:ea typeface="Advent Pro"/>
              <a:cs typeface="Advent Pro"/>
              <a:sym typeface="Advent Pro"/>
            </a:endParaRPr>
          </a:p>
          <a:p>
            <a:pPr indent="-323850" lvl="2" marL="13716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JNDI Lookups</a:t>
            </a:r>
            <a:r>
              <a:rPr lang="en" sz="1500">
                <a:solidFill>
                  <a:schemeClr val="dk1"/>
                </a:solidFill>
                <a:latin typeface="Advent Pro"/>
                <a:ea typeface="Advent Pro"/>
                <a:cs typeface="Advent Pro"/>
                <a:sym typeface="Advent Pro"/>
              </a:rPr>
              <a:t>: A Java feature that lets a program retrieve data or resources from external systems using a naming or directory service. </a:t>
            </a:r>
            <a:endParaRPr sz="1500">
              <a:solidFill>
                <a:schemeClr val="dk1"/>
              </a:solidFill>
              <a:latin typeface="Advent Pro"/>
              <a:ea typeface="Advent Pro"/>
              <a:cs typeface="Advent Pro"/>
              <a:sym typeface="Advent Pro"/>
            </a:endParaRPr>
          </a:p>
          <a:p>
            <a:pPr indent="-323850" lvl="2" marL="13716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LDAP Traffic</a:t>
            </a:r>
            <a:r>
              <a:rPr lang="en" sz="1500">
                <a:solidFill>
                  <a:schemeClr val="dk1"/>
                </a:solidFill>
                <a:latin typeface="Advent Pro"/>
                <a:ea typeface="Advent Pro"/>
                <a:cs typeface="Advent Pro"/>
                <a:sym typeface="Advent Pro"/>
              </a:rPr>
              <a:t>: Network </a:t>
            </a:r>
            <a:r>
              <a:rPr lang="en" sz="1500">
                <a:solidFill>
                  <a:schemeClr val="dk1"/>
                </a:solidFill>
                <a:latin typeface="Advent Pro"/>
                <a:ea typeface="Advent Pro"/>
                <a:cs typeface="Advent Pro"/>
                <a:sym typeface="Advent Pro"/>
              </a:rPr>
              <a:t>communication</a:t>
            </a:r>
            <a:r>
              <a:rPr lang="en" sz="1500">
                <a:solidFill>
                  <a:schemeClr val="dk1"/>
                </a:solidFill>
                <a:latin typeface="Advent Pro"/>
                <a:ea typeface="Advent Pro"/>
                <a:cs typeface="Advent Pro"/>
                <a:sym typeface="Advent Pro"/>
              </a:rPr>
              <a:t> that uses the Lightweight Directory Access Protocol to look up and retrieve information from a directory server.</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lang="en" sz="1500">
                <a:solidFill>
                  <a:schemeClr val="dk1"/>
                </a:solidFill>
                <a:latin typeface="Advent Pro"/>
                <a:ea typeface="Advent Pro"/>
                <a:cs typeface="Advent Pro"/>
                <a:sym typeface="Advent Pro"/>
              </a:rPr>
              <a:t>Both JNDI and LDAP were restricted because they allowed Log4j to contact </a:t>
            </a:r>
            <a:r>
              <a:rPr lang="en" sz="1500">
                <a:solidFill>
                  <a:schemeClr val="dk1"/>
                </a:solidFill>
                <a:latin typeface="Advent Pro"/>
                <a:ea typeface="Advent Pro"/>
                <a:cs typeface="Advent Pro"/>
                <a:sym typeface="Advent Pro"/>
              </a:rPr>
              <a:t>external</a:t>
            </a:r>
            <a:r>
              <a:rPr lang="en" sz="1500">
                <a:solidFill>
                  <a:schemeClr val="dk1"/>
                </a:solidFill>
                <a:latin typeface="Advent Pro"/>
                <a:ea typeface="Advent Pro"/>
                <a:cs typeface="Advent Pro"/>
                <a:sym typeface="Advent Pro"/>
              </a:rPr>
              <a:t> servers and run malicious code, resulting in </a:t>
            </a:r>
            <a:r>
              <a:rPr lang="en" sz="1500">
                <a:solidFill>
                  <a:schemeClr val="dk1"/>
                </a:solidFill>
                <a:latin typeface="Advent Pro"/>
                <a:ea typeface="Advent Pro"/>
                <a:cs typeface="Advent Pro"/>
                <a:sym typeface="Advent Pro"/>
              </a:rPr>
              <a:t>untrusted</a:t>
            </a:r>
            <a:r>
              <a:rPr lang="en" sz="1500">
                <a:solidFill>
                  <a:schemeClr val="dk1"/>
                </a:solidFill>
                <a:latin typeface="Advent Pro"/>
                <a:ea typeface="Advent Pro"/>
                <a:cs typeface="Advent Pro"/>
                <a:sym typeface="Advent Pro"/>
              </a:rPr>
              <a:t> user input and high possibility of exploitability. </a:t>
            </a:r>
            <a:endParaRPr sz="1500">
              <a:solidFill>
                <a:schemeClr val="dk1"/>
              </a:solidFill>
              <a:latin typeface="Advent Pro"/>
              <a:ea typeface="Advent Pro"/>
              <a:cs typeface="Advent Pro"/>
              <a:sym typeface="Advent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221"/>
                                        </p:tgtEl>
                                        <p:attrNameLst>
                                          <p:attrName>style.visibility</p:attrName>
                                        </p:attrNameLst>
                                      </p:cBhvr>
                                      <p:to>
                                        <p:strVal val="visible"/>
                                      </p:to>
                                    </p:set>
                                    <p:anim calcmode="lin" valueType="num">
                                      <p:cBhvr additive="base">
                                        <p:cTn dur="1000"/>
                                        <p:tgtEl>
                                          <p:spTgt spid="3221"/>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3228">
                                            <p:txEl>
                                              <p:pRg end="0" st="0"/>
                                            </p:txEl>
                                          </p:spTgt>
                                        </p:tgtEl>
                                        <p:attrNameLst>
                                          <p:attrName>style.visibility</p:attrName>
                                        </p:attrNameLst>
                                      </p:cBhvr>
                                      <p:to>
                                        <p:strVal val="visible"/>
                                      </p:to>
                                    </p:set>
                                    <p:anim calcmode="lin" valueType="num">
                                      <p:cBhvr additive="base">
                                        <p:cTn dur="200"/>
                                        <p:tgtEl>
                                          <p:spTgt spid="3228">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200"/>
                            </p:stCondLst>
                            <p:childTnLst>
                              <p:par>
                                <p:cTn fill="hold" nodeType="afterEffect" presetClass="entr" presetID="2" presetSubtype="4">
                                  <p:stCondLst>
                                    <p:cond delay="0"/>
                                  </p:stCondLst>
                                  <p:childTnLst>
                                    <p:set>
                                      <p:cBhvr>
                                        <p:cTn dur="1" fill="hold">
                                          <p:stCondLst>
                                            <p:cond delay="0"/>
                                          </p:stCondLst>
                                        </p:cTn>
                                        <p:tgtEl>
                                          <p:spTgt spid="3228">
                                            <p:txEl>
                                              <p:pRg end="1" st="1"/>
                                            </p:txEl>
                                          </p:spTgt>
                                        </p:tgtEl>
                                        <p:attrNameLst>
                                          <p:attrName>style.visibility</p:attrName>
                                        </p:attrNameLst>
                                      </p:cBhvr>
                                      <p:to>
                                        <p:strVal val="visible"/>
                                      </p:to>
                                    </p:set>
                                    <p:anim calcmode="lin" valueType="num">
                                      <p:cBhvr additive="base">
                                        <p:cTn dur="200"/>
                                        <p:tgtEl>
                                          <p:spTgt spid="3228">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400"/>
                            </p:stCondLst>
                            <p:childTnLst>
                              <p:par>
                                <p:cTn fill="hold" nodeType="afterEffect" presetClass="entr" presetID="2" presetSubtype="4">
                                  <p:stCondLst>
                                    <p:cond delay="0"/>
                                  </p:stCondLst>
                                  <p:childTnLst>
                                    <p:set>
                                      <p:cBhvr>
                                        <p:cTn dur="1" fill="hold">
                                          <p:stCondLst>
                                            <p:cond delay="0"/>
                                          </p:stCondLst>
                                        </p:cTn>
                                        <p:tgtEl>
                                          <p:spTgt spid="3228">
                                            <p:txEl>
                                              <p:pRg end="2" st="2"/>
                                            </p:txEl>
                                          </p:spTgt>
                                        </p:tgtEl>
                                        <p:attrNameLst>
                                          <p:attrName>style.visibility</p:attrName>
                                        </p:attrNameLst>
                                      </p:cBhvr>
                                      <p:to>
                                        <p:strVal val="visible"/>
                                      </p:to>
                                    </p:set>
                                    <p:anim calcmode="lin" valueType="num">
                                      <p:cBhvr additive="base">
                                        <p:cTn dur="200"/>
                                        <p:tgtEl>
                                          <p:spTgt spid="3228">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600"/>
                            </p:stCondLst>
                            <p:childTnLst>
                              <p:par>
                                <p:cTn fill="hold" nodeType="afterEffect" presetClass="entr" presetID="2" presetSubtype="4">
                                  <p:stCondLst>
                                    <p:cond delay="0"/>
                                  </p:stCondLst>
                                  <p:childTnLst>
                                    <p:set>
                                      <p:cBhvr>
                                        <p:cTn dur="1" fill="hold">
                                          <p:stCondLst>
                                            <p:cond delay="0"/>
                                          </p:stCondLst>
                                        </p:cTn>
                                        <p:tgtEl>
                                          <p:spTgt spid="3228">
                                            <p:txEl>
                                              <p:pRg end="3" st="3"/>
                                            </p:txEl>
                                          </p:spTgt>
                                        </p:tgtEl>
                                        <p:attrNameLst>
                                          <p:attrName>style.visibility</p:attrName>
                                        </p:attrNameLst>
                                      </p:cBhvr>
                                      <p:to>
                                        <p:strVal val="visible"/>
                                      </p:to>
                                    </p:set>
                                    <p:anim calcmode="lin" valueType="num">
                                      <p:cBhvr additive="base">
                                        <p:cTn dur="200"/>
                                        <p:tgtEl>
                                          <p:spTgt spid="3228">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800"/>
                            </p:stCondLst>
                            <p:childTnLst>
                              <p:par>
                                <p:cTn fill="hold" nodeType="afterEffect" presetClass="entr" presetID="2" presetSubtype="4">
                                  <p:stCondLst>
                                    <p:cond delay="0"/>
                                  </p:stCondLst>
                                  <p:childTnLst>
                                    <p:set>
                                      <p:cBhvr>
                                        <p:cTn dur="1" fill="hold">
                                          <p:stCondLst>
                                            <p:cond delay="0"/>
                                          </p:stCondLst>
                                        </p:cTn>
                                        <p:tgtEl>
                                          <p:spTgt spid="3228">
                                            <p:txEl>
                                              <p:pRg end="4" st="4"/>
                                            </p:txEl>
                                          </p:spTgt>
                                        </p:tgtEl>
                                        <p:attrNameLst>
                                          <p:attrName>style.visibility</p:attrName>
                                        </p:attrNameLst>
                                      </p:cBhvr>
                                      <p:to>
                                        <p:strVal val="visible"/>
                                      </p:to>
                                    </p:set>
                                    <p:anim calcmode="lin" valueType="num">
                                      <p:cBhvr additive="base">
                                        <p:cTn dur="200"/>
                                        <p:tgtEl>
                                          <p:spTgt spid="3228">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3228">
                                            <p:txEl>
                                              <p:pRg end="5" st="5"/>
                                            </p:txEl>
                                          </p:spTgt>
                                        </p:tgtEl>
                                        <p:attrNameLst>
                                          <p:attrName>style.visibility</p:attrName>
                                        </p:attrNameLst>
                                      </p:cBhvr>
                                      <p:to>
                                        <p:strVal val="visible"/>
                                      </p:to>
                                    </p:set>
                                    <p:anim calcmode="lin" valueType="num">
                                      <p:cBhvr additive="base">
                                        <p:cTn dur="200"/>
                                        <p:tgtEl>
                                          <p:spTgt spid="3228">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200"/>
                            </p:stCondLst>
                            <p:childTnLst>
                              <p:par>
                                <p:cTn fill="hold" nodeType="afterEffect" presetClass="entr" presetID="2" presetSubtype="4">
                                  <p:stCondLst>
                                    <p:cond delay="0"/>
                                  </p:stCondLst>
                                  <p:childTnLst>
                                    <p:set>
                                      <p:cBhvr>
                                        <p:cTn dur="1" fill="hold">
                                          <p:stCondLst>
                                            <p:cond delay="0"/>
                                          </p:stCondLst>
                                        </p:cTn>
                                        <p:tgtEl>
                                          <p:spTgt spid="3228">
                                            <p:txEl>
                                              <p:pRg end="6" st="6"/>
                                            </p:txEl>
                                          </p:spTgt>
                                        </p:tgtEl>
                                        <p:attrNameLst>
                                          <p:attrName>style.visibility</p:attrName>
                                        </p:attrNameLst>
                                      </p:cBhvr>
                                      <p:to>
                                        <p:strVal val="visible"/>
                                      </p:to>
                                    </p:set>
                                    <p:anim calcmode="lin" valueType="num">
                                      <p:cBhvr additive="base">
                                        <p:cTn dur="200"/>
                                        <p:tgtEl>
                                          <p:spTgt spid="322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2" name="Shape 3232"/>
        <p:cNvGrpSpPr/>
        <p:nvPr/>
      </p:nvGrpSpPr>
      <p:grpSpPr>
        <a:xfrm>
          <a:off x="0" y="0"/>
          <a:ext cx="0" cy="0"/>
          <a:chOff x="0" y="0"/>
          <a:chExt cx="0" cy="0"/>
        </a:xfrm>
      </p:grpSpPr>
      <p:sp>
        <p:nvSpPr>
          <p:cNvPr id="3233" name="Google Shape;3233;p52"/>
          <p:cNvSpPr txBox="1"/>
          <p:nvPr>
            <p:ph type="title"/>
          </p:nvPr>
        </p:nvSpPr>
        <p:spPr>
          <a:xfrm>
            <a:off x="713250" y="279600"/>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Post-Attack Analysis Part 2</a:t>
            </a:r>
            <a:endParaRPr/>
          </a:p>
        </p:txBody>
      </p:sp>
      <p:sp>
        <p:nvSpPr>
          <p:cNvPr id="3234" name="Google Shape;3234;p52"/>
          <p:cNvSpPr txBox="1"/>
          <p:nvPr/>
        </p:nvSpPr>
        <p:spPr>
          <a:xfrm>
            <a:off x="842250" y="1018500"/>
            <a:ext cx="7459500" cy="3729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What was </a:t>
            </a:r>
            <a:r>
              <a:rPr b="1" lang="en" sz="1500">
                <a:solidFill>
                  <a:schemeClr val="dk1"/>
                </a:solidFill>
                <a:latin typeface="Advent Pro"/>
                <a:ea typeface="Advent Pro"/>
                <a:cs typeface="Advent Pro"/>
                <a:sym typeface="Advent Pro"/>
              </a:rPr>
              <a:t>exploited</a:t>
            </a:r>
            <a:r>
              <a:rPr b="1" lang="en" sz="1500">
                <a:solidFill>
                  <a:schemeClr val="dk1"/>
                </a:solidFill>
                <a:latin typeface="Advent Pro"/>
                <a:ea typeface="Advent Pro"/>
                <a:cs typeface="Advent Pro"/>
                <a:sym typeface="Advent Pro"/>
              </a:rPr>
              <a:t>? </a:t>
            </a:r>
            <a:endParaRPr b="1"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lang="en" sz="1500">
                <a:solidFill>
                  <a:schemeClr val="dk1"/>
                </a:solidFill>
                <a:latin typeface="Advent Pro"/>
                <a:ea typeface="Advent Pro"/>
                <a:cs typeface="Advent Pro"/>
                <a:sym typeface="Advent Pro"/>
              </a:rPr>
              <a:t>A flaw in how the Apache Log4j 2 library handled Log messages</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lang="en" sz="1500">
                <a:solidFill>
                  <a:schemeClr val="dk1"/>
                </a:solidFill>
                <a:latin typeface="Advent Pro"/>
                <a:ea typeface="Advent Pro"/>
                <a:cs typeface="Advent Pro"/>
                <a:sym typeface="Advent Pro"/>
              </a:rPr>
              <a:t>Attackers injected malicious strings into user input fields</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lang="en" sz="1500">
                <a:solidFill>
                  <a:schemeClr val="dk1"/>
                </a:solidFill>
                <a:latin typeface="Advent Pro"/>
                <a:ea typeface="Advent Pro"/>
                <a:cs typeface="Advent Pro"/>
                <a:sym typeface="Advent Pro"/>
              </a:rPr>
              <a:t>Forced server to download and execute remote Java code, resulting in Remote Code Execution.</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lang="en" sz="1500">
                <a:solidFill>
                  <a:schemeClr val="dk1"/>
                </a:solidFill>
                <a:latin typeface="Advent Pro"/>
                <a:ea typeface="Advent Pro"/>
                <a:cs typeface="Advent Pro"/>
                <a:sym typeface="Advent Pro"/>
              </a:rPr>
              <a:t>Java Based web applications, enterprise software, servers with a high impact on systems such as various cloud services were all primary targets.</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lang="en" sz="1500">
                <a:solidFill>
                  <a:schemeClr val="dk1"/>
                </a:solidFill>
                <a:latin typeface="Advent Pro"/>
                <a:ea typeface="Advent Pro"/>
                <a:cs typeface="Advent Pro"/>
                <a:sym typeface="Advent Pro"/>
              </a:rPr>
              <a:t>The Difficulty Level was Low difficulty because there was no authentication or special tools required.</a:t>
            </a:r>
            <a:endParaRPr sz="1500">
              <a:solidFill>
                <a:schemeClr val="dk1"/>
              </a:solidFill>
              <a:latin typeface="Advent Pro"/>
              <a:ea typeface="Advent Pro"/>
              <a:cs typeface="Advent Pro"/>
              <a:sym typeface="Advent Pro"/>
            </a:endParaRPr>
          </a:p>
          <a:p>
            <a:pPr indent="-323850" lvl="0" marL="4572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By Whom / Threat Type / How:</a:t>
            </a:r>
            <a:endParaRPr b="1"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Threat Actors: </a:t>
            </a:r>
            <a:r>
              <a:rPr lang="en" sz="1500">
                <a:solidFill>
                  <a:schemeClr val="dk1"/>
                </a:solidFill>
                <a:latin typeface="Advent Pro"/>
                <a:ea typeface="Advent Pro"/>
                <a:cs typeface="Advent Pro"/>
                <a:sym typeface="Advent Pro"/>
              </a:rPr>
              <a:t>Nation State groups, cybercriminal gangs and ransomware operators</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Threat Type: </a:t>
            </a:r>
            <a:r>
              <a:rPr lang="en" sz="1500">
                <a:solidFill>
                  <a:schemeClr val="dk1"/>
                </a:solidFill>
                <a:latin typeface="Advent Pro"/>
                <a:ea typeface="Advent Pro"/>
                <a:cs typeface="Advent Pro"/>
                <a:sym typeface="Advent Pro"/>
              </a:rPr>
              <a:t>Remote Code Execution Vulnerability that allows attackers to execute malicious actions such as Ransomware or Ddos Attacks</a:t>
            </a:r>
            <a:endParaRPr sz="1500">
              <a:solidFill>
                <a:schemeClr val="dk1"/>
              </a:solidFill>
              <a:latin typeface="Advent Pro"/>
              <a:ea typeface="Advent Pro"/>
              <a:cs typeface="Advent Pro"/>
              <a:sym typeface="Advent Pro"/>
            </a:endParaRPr>
          </a:p>
          <a:p>
            <a:pPr indent="-323850" lvl="1" marL="914400" rtl="0" algn="l">
              <a:spcBef>
                <a:spcPts val="0"/>
              </a:spcBef>
              <a:spcAft>
                <a:spcPts val="0"/>
              </a:spcAft>
              <a:buClr>
                <a:schemeClr val="dk1"/>
              </a:buClr>
              <a:buSzPts val="1500"/>
              <a:buFont typeface="Advent Pro"/>
              <a:buChar char="○"/>
            </a:pPr>
            <a:r>
              <a:rPr b="1" lang="en" sz="1500">
                <a:solidFill>
                  <a:schemeClr val="dk1"/>
                </a:solidFill>
                <a:latin typeface="Advent Pro"/>
                <a:ea typeface="Advent Pro"/>
                <a:cs typeface="Advent Pro"/>
                <a:sym typeface="Advent Pro"/>
              </a:rPr>
              <a:t>How it was exploited: </a:t>
            </a:r>
            <a:r>
              <a:rPr lang="en" sz="1500">
                <a:solidFill>
                  <a:schemeClr val="dk1"/>
                </a:solidFill>
                <a:latin typeface="Advent Pro"/>
                <a:ea typeface="Advent Pro"/>
                <a:cs typeface="Advent Pro"/>
                <a:sym typeface="Advent Pro"/>
              </a:rPr>
              <a:t>Attackers send malicious input which is logged using the input Log4j. Log4j interpretes it and makes an outbound request. The malicious server responds with executable code which is run on the victim system. </a:t>
            </a:r>
            <a:endParaRPr sz="1500">
              <a:solidFill>
                <a:schemeClr val="dk1"/>
              </a:solidFill>
              <a:latin typeface="Advent Pro"/>
              <a:ea typeface="Advent Pro"/>
              <a:cs typeface="Advent Pro"/>
              <a:sym typeface="Advent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233"/>
                                        </p:tgtEl>
                                        <p:attrNameLst>
                                          <p:attrName>style.visibility</p:attrName>
                                        </p:attrNameLst>
                                      </p:cBhvr>
                                      <p:to>
                                        <p:strVal val="visible"/>
                                      </p:to>
                                    </p:set>
                                    <p:anim calcmode="lin" valueType="num">
                                      <p:cBhvr additive="base">
                                        <p:cTn dur="1500"/>
                                        <p:tgtEl>
                                          <p:spTgt spid="3233"/>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4">
                                  <p:stCondLst>
                                    <p:cond delay="0"/>
                                  </p:stCondLst>
                                  <p:childTnLst>
                                    <p:set>
                                      <p:cBhvr>
                                        <p:cTn dur="1" fill="hold">
                                          <p:stCondLst>
                                            <p:cond delay="0"/>
                                          </p:stCondLst>
                                        </p:cTn>
                                        <p:tgtEl>
                                          <p:spTgt spid="3234">
                                            <p:txEl>
                                              <p:pRg end="0" st="0"/>
                                            </p:txEl>
                                          </p:spTgt>
                                        </p:tgtEl>
                                        <p:attrNameLst>
                                          <p:attrName>style.visibility</p:attrName>
                                        </p:attrNameLst>
                                      </p:cBhvr>
                                      <p:to>
                                        <p:strVal val="visible"/>
                                      </p:to>
                                    </p:set>
                                    <p:anim calcmode="lin" valueType="num">
                                      <p:cBhvr additive="base">
                                        <p:cTn dur="200"/>
                                        <p:tgtEl>
                                          <p:spTgt spid="3234">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700"/>
                            </p:stCondLst>
                            <p:childTnLst>
                              <p:par>
                                <p:cTn fill="hold" nodeType="afterEffect" presetClass="entr" presetID="2" presetSubtype="4">
                                  <p:stCondLst>
                                    <p:cond delay="0"/>
                                  </p:stCondLst>
                                  <p:childTnLst>
                                    <p:set>
                                      <p:cBhvr>
                                        <p:cTn dur="1" fill="hold">
                                          <p:stCondLst>
                                            <p:cond delay="0"/>
                                          </p:stCondLst>
                                        </p:cTn>
                                        <p:tgtEl>
                                          <p:spTgt spid="3234">
                                            <p:txEl>
                                              <p:pRg end="1" st="1"/>
                                            </p:txEl>
                                          </p:spTgt>
                                        </p:tgtEl>
                                        <p:attrNameLst>
                                          <p:attrName>style.visibility</p:attrName>
                                        </p:attrNameLst>
                                      </p:cBhvr>
                                      <p:to>
                                        <p:strVal val="visible"/>
                                      </p:to>
                                    </p:set>
                                    <p:anim calcmode="lin" valueType="num">
                                      <p:cBhvr additive="base">
                                        <p:cTn dur="200"/>
                                        <p:tgtEl>
                                          <p:spTgt spid="3234">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900"/>
                            </p:stCondLst>
                            <p:childTnLst>
                              <p:par>
                                <p:cTn fill="hold" nodeType="afterEffect" presetClass="entr" presetID="2" presetSubtype="4">
                                  <p:stCondLst>
                                    <p:cond delay="0"/>
                                  </p:stCondLst>
                                  <p:childTnLst>
                                    <p:set>
                                      <p:cBhvr>
                                        <p:cTn dur="1" fill="hold">
                                          <p:stCondLst>
                                            <p:cond delay="0"/>
                                          </p:stCondLst>
                                        </p:cTn>
                                        <p:tgtEl>
                                          <p:spTgt spid="3234">
                                            <p:txEl>
                                              <p:pRg end="2" st="2"/>
                                            </p:txEl>
                                          </p:spTgt>
                                        </p:tgtEl>
                                        <p:attrNameLst>
                                          <p:attrName>style.visibility</p:attrName>
                                        </p:attrNameLst>
                                      </p:cBhvr>
                                      <p:to>
                                        <p:strVal val="visible"/>
                                      </p:to>
                                    </p:set>
                                    <p:anim calcmode="lin" valueType="num">
                                      <p:cBhvr additive="base">
                                        <p:cTn dur="200"/>
                                        <p:tgtEl>
                                          <p:spTgt spid="3234">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100"/>
                            </p:stCondLst>
                            <p:childTnLst>
                              <p:par>
                                <p:cTn fill="hold" nodeType="afterEffect" presetClass="entr" presetID="2" presetSubtype="4">
                                  <p:stCondLst>
                                    <p:cond delay="0"/>
                                  </p:stCondLst>
                                  <p:childTnLst>
                                    <p:set>
                                      <p:cBhvr>
                                        <p:cTn dur="1" fill="hold">
                                          <p:stCondLst>
                                            <p:cond delay="0"/>
                                          </p:stCondLst>
                                        </p:cTn>
                                        <p:tgtEl>
                                          <p:spTgt spid="3234">
                                            <p:txEl>
                                              <p:pRg end="3" st="3"/>
                                            </p:txEl>
                                          </p:spTgt>
                                        </p:tgtEl>
                                        <p:attrNameLst>
                                          <p:attrName>style.visibility</p:attrName>
                                        </p:attrNameLst>
                                      </p:cBhvr>
                                      <p:to>
                                        <p:strVal val="visible"/>
                                      </p:to>
                                    </p:set>
                                    <p:anim calcmode="lin" valueType="num">
                                      <p:cBhvr additive="base">
                                        <p:cTn dur="200"/>
                                        <p:tgtEl>
                                          <p:spTgt spid="3234">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300"/>
                            </p:stCondLst>
                            <p:childTnLst>
                              <p:par>
                                <p:cTn fill="hold" nodeType="afterEffect" presetClass="entr" presetID="2" presetSubtype="4">
                                  <p:stCondLst>
                                    <p:cond delay="0"/>
                                  </p:stCondLst>
                                  <p:childTnLst>
                                    <p:set>
                                      <p:cBhvr>
                                        <p:cTn dur="1" fill="hold">
                                          <p:stCondLst>
                                            <p:cond delay="0"/>
                                          </p:stCondLst>
                                        </p:cTn>
                                        <p:tgtEl>
                                          <p:spTgt spid="3234">
                                            <p:txEl>
                                              <p:pRg end="4" st="4"/>
                                            </p:txEl>
                                          </p:spTgt>
                                        </p:tgtEl>
                                        <p:attrNameLst>
                                          <p:attrName>style.visibility</p:attrName>
                                        </p:attrNameLst>
                                      </p:cBhvr>
                                      <p:to>
                                        <p:strVal val="visible"/>
                                      </p:to>
                                    </p:set>
                                    <p:anim calcmode="lin" valueType="num">
                                      <p:cBhvr additive="base">
                                        <p:cTn dur="200"/>
                                        <p:tgtEl>
                                          <p:spTgt spid="3234">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4">
                                  <p:stCondLst>
                                    <p:cond delay="0"/>
                                  </p:stCondLst>
                                  <p:childTnLst>
                                    <p:set>
                                      <p:cBhvr>
                                        <p:cTn dur="1" fill="hold">
                                          <p:stCondLst>
                                            <p:cond delay="0"/>
                                          </p:stCondLst>
                                        </p:cTn>
                                        <p:tgtEl>
                                          <p:spTgt spid="3234">
                                            <p:txEl>
                                              <p:pRg end="5" st="5"/>
                                            </p:txEl>
                                          </p:spTgt>
                                        </p:tgtEl>
                                        <p:attrNameLst>
                                          <p:attrName>style.visibility</p:attrName>
                                        </p:attrNameLst>
                                      </p:cBhvr>
                                      <p:to>
                                        <p:strVal val="visible"/>
                                      </p:to>
                                    </p:set>
                                    <p:anim calcmode="lin" valueType="num">
                                      <p:cBhvr additive="base">
                                        <p:cTn dur="200"/>
                                        <p:tgtEl>
                                          <p:spTgt spid="3234">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700"/>
                            </p:stCondLst>
                            <p:childTnLst>
                              <p:par>
                                <p:cTn fill="hold" nodeType="afterEffect" presetClass="entr" presetID="2" presetSubtype="4">
                                  <p:stCondLst>
                                    <p:cond delay="0"/>
                                  </p:stCondLst>
                                  <p:childTnLst>
                                    <p:set>
                                      <p:cBhvr>
                                        <p:cTn dur="1" fill="hold">
                                          <p:stCondLst>
                                            <p:cond delay="0"/>
                                          </p:stCondLst>
                                        </p:cTn>
                                        <p:tgtEl>
                                          <p:spTgt spid="3234">
                                            <p:txEl>
                                              <p:pRg end="6" st="6"/>
                                            </p:txEl>
                                          </p:spTgt>
                                        </p:tgtEl>
                                        <p:attrNameLst>
                                          <p:attrName>style.visibility</p:attrName>
                                        </p:attrNameLst>
                                      </p:cBhvr>
                                      <p:to>
                                        <p:strVal val="visible"/>
                                      </p:to>
                                    </p:set>
                                    <p:anim calcmode="lin" valueType="num">
                                      <p:cBhvr additive="base">
                                        <p:cTn dur="200"/>
                                        <p:tgtEl>
                                          <p:spTgt spid="3234">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900"/>
                            </p:stCondLst>
                            <p:childTnLst>
                              <p:par>
                                <p:cTn fill="hold" nodeType="afterEffect" presetClass="entr" presetID="2" presetSubtype="4">
                                  <p:stCondLst>
                                    <p:cond delay="0"/>
                                  </p:stCondLst>
                                  <p:childTnLst>
                                    <p:set>
                                      <p:cBhvr>
                                        <p:cTn dur="1" fill="hold">
                                          <p:stCondLst>
                                            <p:cond delay="0"/>
                                          </p:stCondLst>
                                        </p:cTn>
                                        <p:tgtEl>
                                          <p:spTgt spid="3234">
                                            <p:txEl>
                                              <p:pRg end="7" st="7"/>
                                            </p:txEl>
                                          </p:spTgt>
                                        </p:tgtEl>
                                        <p:attrNameLst>
                                          <p:attrName>style.visibility</p:attrName>
                                        </p:attrNameLst>
                                      </p:cBhvr>
                                      <p:to>
                                        <p:strVal val="visible"/>
                                      </p:to>
                                    </p:set>
                                    <p:anim calcmode="lin" valueType="num">
                                      <p:cBhvr additive="base">
                                        <p:cTn dur="200"/>
                                        <p:tgtEl>
                                          <p:spTgt spid="3234">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100"/>
                            </p:stCondLst>
                            <p:childTnLst>
                              <p:par>
                                <p:cTn fill="hold" nodeType="afterEffect" presetClass="entr" presetID="2" presetSubtype="4">
                                  <p:stCondLst>
                                    <p:cond delay="0"/>
                                  </p:stCondLst>
                                  <p:childTnLst>
                                    <p:set>
                                      <p:cBhvr>
                                        <p:cTn dur="1" fill="hold">
                                          <p:stCondLst>
                                            <p:cond delay="0"/>
                                          </p:stCondLst>
                                        </p:cTn>
                                        <p:tgtEl>
                                          <p:spTgt spid="3234">
                                            <p:txEl>
                                              <p:pRg end="8" st="8"/>
                                            </p:txEl>
                                          </p:spTgt>
                                        </p:tgtEl>
                                        <p:attrNameLst>
                                          <p:attrName>style.visibility</p:attrName>
                                        </p:attrNameLst>
                                      </p:cBhvr>
                                      <p:to>
                                        <p:strVal val="visible"/>
                                      </p:to>
                                    </p:set>
                                    <p:anim calcmode="lin" valueType="num">
                                      <p:cBhvr additive="base">
                                        <p:cTn dur="200"/>
                                        <p:tgtEl>
                                          <p:spTgt spid="3234">
                                            <p:txEl>
                                              <p:pRg end="8" st="8"/>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300"/>
                            </p:stCondLst>
                            <p:childTnLst>
                              <p:par>
                                <p:cTn fill="hold" nodeType="afterEffect" presetClass="entr" presetID="2" presetSubtype="4">
                                  <p:stCondLst>
                                    <p:cond delay="0"/>
                                  </p:stCondLst>
                                  <p:childTnLst>
                                    <p:set>
                                      <p:cBhvr>
                                        <p:cTn dur="1" fill="hold">
                                          <p:stCondLst>
                                            <p:cond delay="0"/>
                                          </p:stCondLst>
                                        </p:cTn>
                                        <p:tgtEl>
                                          <p:spTgt spid="3234">
                                            <p:txEl>
                                              <p:pRg end="9" st="9"/>
                                            </p:txEl>
                                          </p:spTgt>
                                        </p:tgtEl>
                                        <p:attrNameLst>
                                          <p:attrName>style.visibility</p:attrName>
                                        </p:attrNameLst>
                                      </p:cBhvr>
                                      <p:to>
                                        <p:strVal val="visible"/>
                                      </p:to>
                                    </p:set>
                                    <p:anim calcmode="lin" valueType="num">
                                      <p:cBhvr additive="base">
                                        <p:cTn dur="200"/>
                                        <p:tgtEl>
                                          <p:spTgt spid="323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8" name="Shape 3238"/>
        <p:cNvGrpSpPr/>
        <p:nvPr/>
      </p:nvGrpSpPr>
      <p:grpSpPr>
        <a:xfrm>
          <a:off x="0" y="0"/>
          <a:ext cx="0" cy="0"/>
          <a:chOff x="0" y="0"/>
          <a:chExt cx="0" cy="0"/>
        </a:xfrm>
      </p:grpSpPr>
      <p:sp>
        <p:nvSpPr>
          <p:cNvPr id="3239" name="Google Shape;3239;p53"/>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What could have been done better?</a:t>
            </a:r>
            <a:endParaRPr/>
          </a:p>
        </p:txBody>
      </p:sp>
      <p:sp>
        <p:nvSpPr>
          <p:cNvPr id="3240" name="Google Shape;3240;p53"/>
          <p:cNvSpPr txBox="1"/>
          <p:nvPr/>
        </p:nvSpPr>
        <p:spPr>
          <a:xfrm>
            <a:off x="1168075" y="1263875"/>
            <a:ext cx="6807900" cy="3178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Secure </a:t>
            </a:r>
            <a:r>
              <a:rPr b="1" lang="en">
                <a:solidFill>
                  <a:schemeClr val="dk1"/>
                </a:solidFill>
                <a:latin typeface="Advent Pro"/>
                <a:ea typeface="Advent Pro"/>
                <a:cs typeface="Advent Pro"/>
                <a:sym typeface="Advent Pro"/>
              </a:rPr>
              <a:t>default</a:t>
            </a:r>
            <a:r>
              <a:rPr b="1" lang="en">
                <a:solidFill>
                  <a:schemeClr val="dk1"/>
                </a:solidFill>
                <a:latin typeface="Advent Pro"/>
                <a:ea typeface="Advent Pro"/>
                <a:cs typeface="Advent Pro"/>
                <a:sym typeface="Advent Pro"/>
              </a:rPr>
              <a:t> configuration:</a:t>
            </a:r>
            <a:endParaRPr b="1">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Log4j could have shipped with JNDI lookups disabled by default. This simple design change could have prevented most exploitation without requiring developers to manually adjust settings.</a:t>
            </a:r>
            <a:endParaRPr b="1">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Input validation and logging practice:</a:t>
            </a:r>
            <a:endParaRPr b="1">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Applications should never log untrusted user input directly. Sanitizing or escaping logged data would have blocked the attacker’s ability to inject malicious code.</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Patch management:</a:t>
            </a:r>
            <a:endParaRPr b="1">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Timely </a:t>
            </a:r>
            <a:r>
              <a:rPr lang="en">
                <a:solidFill>
                  <a:schemeClr val="dk1"/>
                </a:solidFill>
                <a:latin typeface="Advent Pro"/>
                <a:ea typeface="Advent Pro"/>
                <a:cs typeface="Advent Pro"/>
                <a:sym typeface="Advent Pro"/>
              </a:rPr>
              <a:t>application</a:t>
            </a:r>
            <a:r>
              <a:rPr lang="en">
                <a:solidFill>
                  <a:schemeClr val="dk1"/>
                </a:solidFill>
                <a:latin typeface="Advent Pro"/>
                <a:ea typeface="Advent Pro"/>
                <a:cs typeface="Advent Pro"/>
                <a:sym typeface="Advent Pro"/>
              </a:rPr>
              <a:t> of security updates and patches would have reduced exposure. Many attacks succeeded because systems had delayed or </a:t>
            </a:r>
            <a:r>
              <a:rPr lang="en">
                <a:solidFill>
                  <a:schemeClr val="dk1"/>
                </a:solidFill>
                <a:latin typeface="Advent Pro"/>
                <a:ea typeface="Advent Pro"/>
                <a:cs typeface="Advent Pro"/>
                <a:sym typeface="Advent Pro"/>
              </a:rPr>
              <a:t>neglected</a:t>
            </a:r>
            <a:r>
              <a:rPr lang="en">
                <a:solidFill>
                  <a:schemeClr val="dk1"/>
                </a:solidFill>
                <a:latin typeface="Advent Pro"/>
                <a:ea typeface="Advent Pro"/>
                <a:cs typeface="Advent Pro"/>
                <a:sym typeface="Advent Pro"/>
              </a:rPr>
              <a:t> updates.</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Char char="●"/>
            </a:pPr>
            <a:r>
              <a:rPr b="1" lang="en">
                <a:solidFill>
                  <a:schemeClr val="dk1"/>
                </a:solidFill>
                <a:latin typeface="Advent Pro"/>
                <a:ea typeface="Advent Pro"/>
                <a:cs typeface="Advent Pro"/>
                <a:sym typeface="Advent Pro"/>
              </a:rPr>
              <a:t>Network restrictions:</a:t>
            </a:r>
            <a:endParaRPr b="1">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Char char="○"/>
            </a:pPr>
            <a:r>
              <a:rPr lang="en">
                <a:solidFill>
                  <a:schemeClr val="dk1"/>
                </a:solidFill>
                <a:latin typeface="Advent Pro"/>
                <a:ea typeface="Advent Pro"/>
                <a:cs typeface="Advent Pro"/>
                <a:sym typeface="Advent Pro"/>
              </a:rPr>
              <a:t>Outbound</a:t>
            </a:r>
            <a:r>
              <a:rPr lang="en">
                <a:solidFill>
                  <a:schemeClr val="dk1"/>
                </a:solidFill>
                <a:latin typeface="Advent Pro"/>
                <a:ea typeface="Advent Pro"/>
                <a:cs typeface="Advent Pro"/>
                <a:sym typeface="Advent Pro"/>
              </a:rPr>
              <a:t> traffic controls could have blocked vulnerable servers from contacting attacker-controlled LDAP or HTTP servers.</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t/>
            </a:r>
            <a:endParaRPr>
              <a:solidFill>
                <a:schemeClr val="dk1"/>
              </a:solidFill>
              <a:latin typeface="Advent Pro"/>
              <a:ea typeface="Advent Pro"/>
              <a:cs typeface="Advent Pro"/>
              <a:sym typeface="Advent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239"/>
                                        </p:tgtEl>
                                        <p:attrNameLst>
                                          <p:attrName>style.visibility</p:attrName>
                                        </p:attrNameLst>
                                      </p:cBhvr>
                                      <p:to>
                                        <p:strVal val="visible"/>
                                      </p:to>
                                    </p:set>
                                    <p:anim calcmode="lin" valueType="num">
                                      <p:cBhvr additive="base">
                                        <p:cTn dur="1500"/>
                                        <p:tgtEl>
                                          <p:spTgt spid="3239"/>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4">
                                  <p:stCondLst>
                                    <p:cond delay="0"/>
                                  </p:stCondLst>
                                  <p:childTnLst>
                                    <p:set>
                                      <p:cBhvr>
                                        <p:cTn dur="1" fill="hold">
                                          <p:stCondLst>
                                            <p:cond delay="0"/>
                                          </p:stCondLst>
                                        </p:cTn>
                                        <p:tgtEl>
                                          <p:spTgt spid="3240">
                                            <p:txEl>
                                              <p:pRg end="0" st="0"/>
                                            </p:txEl>
                                          </p:spTgt>
                                        </p:tgtEl>
                                        <p:attrNameLst>
                                          <p:attrName>style.visibility</p:attrName>
                                        </p:attrNameLst>
                                      </p:cBhvr>
                                      <p:to>
                                        <p:strVal val="visible"/>
                                      </p:to>
                                    </p:set>
                                    <p:anim calcmode="lin" valueType="num">
                                      <p:cBhvr additive="base">
                                        <p:cTn dur="200"/>
                                        <p:tgtEl>
                                          <p:spTgt spid="3240">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700"/>
                            </p:stCondLst>
                            <p:childTnLst>
                              <p:par>
                                <p:cTn fill="hold" nodeType="afterEffect" presetClass="entr" presetID="2" presetSubtype="4">
                                  <p:stCondLst>
                                    <p:cond delay="0"/>
                                  </p:stCondLst>
                                  <p:childTnLst>
                                    <p:set>
                                      <p:cBhvr>
                                        <p:cTn dur="1" fill="hold">
                                          <p:stCondLst>
                                            <p:cond delay="0"/>
                                          </p:stCondLst>
                                        </p:cTn>
                                        <p:tgtEl>
                                          <p:spTgt spid="3240">
                                            <p:txEl>
                                              <p:pRg end="1" st="1"/>
                                            </p:txEl>
                                          </p:spTgt>
                                        </p:tgtEl>
                                        <p:attrNameLst>
                                          <p:attrName>style.visibility</p:attrName>
                                        </p:attrNameLst>
                                      </p:cBhvr>
                                      <p:to>
                                        <p:strVal val="visible"/>
                                      </p:to>
                                    </p:set>
                                    <p:anim calcmode="lin" valueType="num">
                                      <p:cBhvr additive="base">
                                        <p:cTn dur="200"/>
                                        <p:tgtEl>
                                          <p:spTgt spid="3240">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900"/>
                            </p:stCondLst>
                            <p:childTnLst>
                              <p:par>
                                <p:cTn fill="hold" nodeType="afterEffect" presetClass="entr" presetID="2" presetSubtype="4">
                                  <p:stCondLst>
                                    <p:cond delay="0"/>
                                  </p:stCondLst>
                                  <p:childTnLst>
                                    <p:set>
                                      <p:cBhvr>
                                        <p:cTn dur="1" fill="hold">
                                          <p:stCondLst>
                                            <p:cond delay="0"/>
                                          </p:stCondLst>
                                        </p:cTn>
                                        <p:tgtEl>
                                          <p:spTgt spid="3240">
                                            <p:txEl>
                                              <p:pRg end="2" st="2"/>
                                            </p:txEl>
                                          </p:spTgt>
                                        </p:tgtEl>
                                        <p:attrNameLst>
                                          <p:attrName>style.visibility</p:attrName>
                                        </p:attrNameLst>
                                      </p:cBhvr>
                                      <p:to>
                                        <p:strVal val="visible"/>
                                      </p:to>
                                    </p:set>
                                    <p:anim calcmode="lin" valueType="num">
                                      <p:cBhvr additive="base">
                                        <p:cTn dur="200"/>
                                        <p:tgtEl>
                                          <p:spTgt spid="3240">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100"/>
                            </p:stCondLst>
                            <p:childTnLst>
                              <p:par>
                                <p:cTn fill="hold" nodeType="afterEffect" presetClass="entr" presetID="2" presetSubtype="4">
                                  <p:stCondLst>
                                    <p:cond delay="0"/>
                                  </p:stCondLst>
                                  <p:childTnLst>
                                    <p:set>
                                      <p:cBhvr>
                                        <p:cTn dur="1" fill="hold">
                                          <p:stCondLst>
                                            <p:cond delay="0"/>
                                          </p:stCondLst>
                                        </p:cTn>
                                        <p:tgtEl>
                                          <p:spTgt spid="3240">
                                            <p:txEl>
                                              <p:pRg end="3" st="3"/>
                                            </p:txEl>
                                          </p:spTgt>
                                        </p:tgtEl>
                                        <p:attrNameLst>
                                          <p:attrName>style.visibility</p:attrName>
                                        </p:attrNameLst>
                                      </p:cBhvr>
                                      <p:to>
                                        <p:strVal val="visible"/>
                                      </p:to>
                                    </p:set>
                                    <p:anim calcmode="lin" valueType="num">
                                      <p:cBhvr additive="base">
                                        <p:cTn dur="200"/>
                                        <p:tgtEl>
                                          <p:spTgt spid="3240">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300"/>
                            </p:stCondLst>
                            <p:childTnLst>
                              <p:par>
                                <p:cTn fill="hold" nodeType="afterEffect" presetClass="entr" presetID="2" presetSubtype="4">
                                  <p:stCondLst>
                                    <p:cond delay="0"/>
                                  </p:stCondLst>
                                  <p:childTnLst>
                                    <p:set>
                                      <p:cBhvr>
                                        <p:cTn dur="1" fill="hold">
                                          <p:stCondLst>
                                            <p:cond delay="0"/>
                                          </p:stCondLst>
                                        </p:cTn>
                                        <p:tgtEl>
                                          <p:spTgt spid="3240">
                                            <p:txEl>
                                              <p:pRg end="4" st="4"/>
                                            </p:txEl>
                                          </p:spTgt>
                                        </p:tgtEl>
                                        <p:attrNameLst>
                                          <p:attrName>style.visibility</p:attrName>
                                        </p:attrNameLst>
                                      </p:cBhvr>
                                      <p:to>
                                        <p:strVal val="visible"/>
                                      </p:to>
                                    </p:set>
                                    <p:anim calcmode="lin" valueType="num">
                                      <p:cBhvr additive="base">
                                        <p:cTn dur="200"/>
                                        <p:tgtEl>
                                          <p:spTgt spid="3240">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4">
                                  <p:stCondLst>
                                    <p:cond delay="0"/>
                                  </p:stCondLst>
                                  <p:childTnLst>
                                    <p:set>
                                      <p:cBhvr>
                                        <p:cTn dur="1" fill="hold">
                                          <p:stCondLst>
                                            <p:cond delay="0"/>
                                          </p:stCondLst>
                                        </p:cTn>
                                        <p:tgtEl>
                                          <p:spTgt spid="3240">
                                            <p:txEl>
                                              <p:pRg end="5" st="5"/>
                                            </p:txEl>
                                          </p:spTgt>
                                        </p:tgtEl>
                                        <p:attrNameLst>
                                          <p:attrName>style.visibility</p:attrName>
                                        </p:attrNameLst>
                                      </p:cBhvr>
                                      <p:to>
                                        <p:strVal val="visible"/>
                                      </p:to>
                                    </p:set>
                                    <p:anim calcmode="lin" valueType="num">
                                      <p:cBhvr additive="base">
                                        <p:cTn dur="200"/>
                                        <p:tgtEl>
                                          <p:spTgt spid="3240">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700"/>
                            </p:stCondLst>
                            <p:childTnLst>
                              <p:par>
                                <p:cTn fill="hold" nodeType="afterEffect" presetClass="entr" presetID="2" presetSubtype="4">
                                  <p:stCondLst>
                                    <p:cond delay="0"/>
                                  </p:stCondLst>
                                  <p:childTnLst>
                                    <p:set>
                                      <p:cBhvr>
                                        <p:cTn dur="1" fill="hold">
                                          <p:stCondLst>
                                            <p:cond delay="0"/>
                                          </p:stCondLst>
                                        </p:cTn>
                                        <p:tgtEl>
                                          <p:spTgt spid="3240">
                                            <p:txEl>
                                              <p:pRg end="6" st="6"/>
                                            </p:txEl>
                                          </p:spTgt>
                                        </p:tgtEl>
                                        <p:attrNameLst>
                                          <p:attrName>style.visibility</p:attrName>
                                        </p:attrNameLst>
                                      </p:cBhvr>
                                      <p:to>
                                        <p:strVal val="visible"/>
                                      </p:to>
                                    </p:set>
                                    <p:anim calcmode="lin" valueType="num">
                                      <p:cBhvr additive="base">
                                        <p:cTn dur="200"/>
                                        <p:tgtEl>
                                          <p:spTgt spid="3240">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900"/>
                            </p:stCondLst>
                            <p:childTnLst>
                              <p:par>
                                <p:cTn fill="hold" nodeType="afterEffect" presetClass="entr" presetID="2" presetSubtype="4">
                                  <p:stCondLst>
                                    <p:cond delay="0"/>
                                  </p:stCondLst>
                                  <p:childTnLst>
                                    <p:set>
                                      <p:cBhvr>
                                        <p:cTn dur="1" fill="hold">
                                          <p:stCondLst>
                                            <p:cond delay="0"/>
                                          </p:stCondLst>
                                        </p:cTn>
                                        <p:tgtEl>
                                          <p:spTgt spid="3240">
                                            <p:txEl>
                                              <p:pRg end="7" st="7"/>
                                            </p:txEl>
                                          </p:spTgt>
                                        </p:tgtEl>
                                        <p:attrNameLst>
                                          <p:attrName>style.visibility</p:attrName>
                                        </p:attrNameLst>
                                      </p:cBhvr>
                                      <p:to>
                                        <p:strVal val="visible"/>
                                      </p:to>
                                    </p:set>
                                    <p:anim calcmode="lin" valueType="num">
                                      <p:cBhvr additive="base">
                                        <p:cTn dur="200"/>
                                        <p:tgtEl>
                                          <p:spTgt spid="3240">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100"/>
                            </p:stCondLst>
                            <p:childTnLst>
                              <p:par>
                                <p:cTn fill="hold" nodeType="afterEffect" presetClass="entr" presetID="2" presetSubtype="4">
                                  <p:stCondLst>
                                    <p:cond delay="0"/>
                                  </p:stCondLst>
                                  <p:childTnLst>
                                    <p:set>
                                      <p:cBhvr>
                                        <p:cTn dur="1" fill="hold">
                                          <p:stCondLst>
                                            <p:cond delay="0"/>
                                          </p:stCondLst>
                                        </p:cTn>
                                        <p:tgtEl>
                                          <p:spTgt spid="3240">
                                            <p:txEl>
                                              <p:pRg end="8" st="8"/>
                                            </p:txEl>
                                          </p:spTgt>
                                        </p:tgtEl>
                                        <p:attrNameLst>
                                          <p:attrName>style.visibility</p:attrName>
                                        </p:attrNameLst>
                                      </p:cBhvr>
                                      <p:to>
                                        <p:strVal val="visible"/>
                                      </p:to>
                                    </p:set>
                                    <p:anim calcmode="lin" valueType="num">
                                      <p:cBhvr additive="base">
                                        <p:cTn dur="200"/>
                                        <p:tgtEl>
                                          <p:spTgt spid="324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4" name="Shape 3244"/>
        <p:cNvGrpSpPr/>
        <p:nvPr/>
      </p:nvGrpSpPr>
      <p:grpSpPr>
        <a:xfrm>
          <a:off x="0" y="0"/>
          <a:ext cx="0" cy="0"/>
          <a:chOff x="0" y="0"/>
          <a:chExt cx="0" cy="0"/>
        </a:xfrm>
      </p:grpSpPr>
      <p:sp>
        <p:nvSpPr>
          <p:cNvPr id="3245" name="Google Shape;3245;p54"/>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Preventive Controls (Before, During, </a:t>
            </a:r>
            <a:r>
              <a:rPr lang="en"/>
              <a:t>After)</a:t>
            </a:r>
            <a:endParaRPr/>
          </a:p>
        </p:txBody>
      </p:sp>
      <p:sp>
        <p:nvSpPr>
          <p:cNvPr id="3246" name="Google Shape;3246;p54"/>
          <p:cNvSpPr txBox="1"/>
          <p:nvPr/>
        </p:nvSpPr>
        <p:spPr>
          <a:xfrm>
            <a:off x="1292600" y="1397925"/>
            <a:ext cx="6855600" cy="3131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Advent Pro"/>
              <a:buAutoNum type="arabicPeriod"/>
            </a:pPr>
            <a:r>
              <a:rPr b="1" lang="en">
                <a:solidFill>
                  <a:schemeClr val="dk1"/>
                </a:solidFill>
                <a:latin typeface="Advent Pro"/>
                <a:ea typeface="Advent Pro"/>
                <a:cs typeface="Advent Pro"/>
                <a:sym typeface="Advent Pro"/>
              </a:rPr>
              <a:t>Before Attack:</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Disable unsafe features and validate inputs.</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Perform dependency scanning and inventory management.</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Apply firewall rules to block unknown outbound connections.</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AutoNum type="arabicPeriod"/>
            </a:pPr>
            <a:r>
              <a:rPr b="1" lang="en">
                <a:solidFill>
                  <a:schemeClr val="dk1"/>
                </a:solidFill>
                <a:latin typeface="Advent Pro"/>
                <a:ea typeface="Advent Pro"/>
                <a:cs typeface="Advent Pro"/>
                <a:sym typeface="Advent Pro"/>
              </a:rPr>
              <a:t>During Attack:</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Monitor logs and network activity for anomalies.</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Isolate affected systems </a:t>
            </a:r>
            <a:r>
              <a:rPr lang="en">
                <a:solidFill>
                  <a:schemeClr val="dk1"/>
                </a:solidFill>
                <a:latin typeface="Advent Pro"/>
                <a:ea typeface="Advent Pro"/>
                <a:cs typeface="Advent Pro"/>
                <a:sym typeface="Advent Pro"/>
              </a:rPr>
              <a:t>immediately.</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Block or quarantine malicious traffic.</a:t>
            </a:r>
            <a:endParaRPr>
              <a:solidFill>
                <a:schemeClr val="dk1"/>
              </a:solidFill>
              <a:latin typeface="Advent Pro"/>
              <a:ea typeface="Advent Pro"/>
              <a:cs typeface="Advent Pro"/>
              <a:sym typeface="Advent Pro"/>
            </a:endParaRPr>
          </a:p>
          <a:p>
            <a:pPr indent="-317500" lvl="0" marL="457200" rtl="0" algn="l">
              <a:spcBef>
                <a:spcPts val="0"/>
              </a:spcBef>
              <a:spcAft>
                <a:spcPts val="0"/>
              </a:spcAft>
              <a:buClr>
                <a:schemeClr val="dk1"/>
              </a:buClr>
              <a:buSzPts val="1400"/>
              <a:buFont typeface="Advent Pro"/>
              <a:buAutoNum type="arabicPeriod"/>
            </a:pPr>
            <a:r>
              <a:rPr b="1" lang="en">
                <a:solidFill>
                  <a:schemeClr val="dk1"/>
                </a:solidFill>
                <a:latin typeface="Advent Pro"/>
                <a:ea typeface="Advent Pro"/>
                <a:cs typeface="Advent Pro"/>
                <a:sym typeface="Advent Pro"/>
              </a:rPr>
              <a:t>After Attack:</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Apply patches and update vulnerable libraries.</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Conduct post-incident reviews and update policies.</a:t>
            </a:r>
            <a:endParaRPr>
              <a:solidFill>
                <a:schemeClr val="dk1"/>
              </a:solidFill>
              <a:latin typeface="Advent Pro"/>
              <a:ea typeface="Advent Pro"/>
              <a:cs typeface="Advent Pro"/>
              <a:sym typeface="Advent Pro"/>
            </a:endParaRPr>
          </a:p>
          <a:p>
            <a:pPr indent="-317500" lvl="1" marL="914400" rtl="0" algn="l">
              <a:spcBef>
                <a:spcPts val="0"/>
              </a:spcBef>
              <a:spcAft>
                <a:spcPts val="0"/>
              </a:spcAft>
              <a:buClr>
                <a:schemeClr val="dk1"/>
              </a:buClr>
              <a:buSzPts val="1400"/>
              <a:buFont typeface="Advent Pro"/>
              <a:buAutoNum type="alphaLcPeriod"/>
            </a:pPr>
            <a:r>
              <a:rPr lang="en">
                <a:solidFill>
                  <a:schemeClr val="dk1"/>
                </a:solidFill>
                <a:latin typeface="Advent Pro"/>
                <a:ea typeface="Advent Pro"/>
                <a:cs typeface="Advent Pro"/>
                <a:sym typeface="Advent Pro"/>
              </a:rPr>
              <a:t>Perform continuous monitoring and audits.</a:t>
            </a:r>
            <a:endParaRPr>
              <a:solidFill>
                <a:schemeClr val="dk1"/>
              </a:solidFill>
              <a:latin typeface="Advent Pro"/>
              <a:ea typeface="Advent Pro"/>
              <a:cs typeface="Advent Pro"/>
              <a:sym typeface="Advent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245"/>
                                        </p:tgtEl>
                                        <p:attrNameLst>
                                          <p:attrName>style.visibility</p:attrName>
                                        </p:attrNameLst>
                                      </p:cBhvr>
                                      <p:to>
                                        <p:strVal val="visible"/>
                                      </p:to>
                                    </p:set>
                                    <p:anim calcmode="lin" valueType="num">
                                      <p:cBhvr additive="base">
                                        <p:cTn dur="1500"/>
                                        <p:tgtEl>
                                          <p:spTgt spid="3245"/>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2" presetSubtype="4">
                                  <p:stCondLst>
                                    <p:cond delay="0"/>
                                  </p:stCondLst>
                                  <p:childTnLst>
                                    <p:set>
                                      <p:cBhvr>
                                        <p:cTn dur="1" fill="hold">
                                          <p:stCondLst>
                                            <p:cond delay="0"/>
                                          </p:stCondLst>
                                        </p:cTn>
                                        <p:tgtEl>
                                          <p:spTgt spid="3246">
                                            <p:txEl>
                                              <p:pRg end="0" st="0"/>
                                            </p:txEl>
                                          </p:spTgt>
                                        </p:tgtEl>
                                        <p:attrNameLst>
                                          <p:attrName>style.visibility</p:attrName>
                                        </p:attrNameLst>
                                      </p:cBhvr>
                                      <p:to>
                                        <p:strVal val="visible"/>
                                      </p:to>
                                    </p:set>
                                    <p:anim calcmode="lin" valueType="num">
                                      <p:cBhvr additive="base">
                                        <p:cTn dur="200"/>
                                        <p:tgtEl>
                                          <p:spTgt spid="3246">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700"/>
                            </p:stCondLst>
                            <p:childTnLst>
                              <p:par>
                                <p:cTn fill="hold" nodeType="afterEffect" presetClass="entr" presetID="2" presetSubtype="4">
                                  <p:stCondLst>
                                    <p:cond delay="0"/>
                                  </p:stCondLst>
                                  <p:childTnLst>
                                    <p:set>
                                      <p:cBhvr>
                                        <p:cTn dur="1" fill="hold">
                                          <p:stCondLst>
                                            <p:cond delay="0"/>
                                          </p:stCondLst>
                                        </p:cTn>
                                        <p:tgtEl>
                                          <p:spTgt spid="3246">
                                            <p:txEl>
                                              <p:pRg end="1" st="1"/>
                                            </p:txEl>
                                          </p:spTgt>
                                        </p:tgtEl>
                                        <p:attrNameLst>
                                          <p:attrName>style.visibility</p:attrName>
                                        </p:attrNameLst>
                                      </p:cBhvr>
                                      <p:to>
                                        <p:strVal val="visible"/>
                                      </p:to>
                                    </p:set>
                                    <p:anim calcmode="lin" valueType="num">
                                      <p:cBhvr additive="base">
                                        <p:cTn dur="200"/>
                                        <p:tgtEl>
                                          <p:spTgt spid="3246">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900"/>
                            </p:stCondLst>
                            <p:childTnLst>
                              <p:par>
                                <p:cTn fill="hold" nodeType="afterEffect" presetClass="entr" presetID="2" presetSubtype="4">
                                  <p:stCondLst>
                                    <p:cond delay="0"/>
                                  </p:stCondLst>
                                  <p:childTnLst>
                                    <p:set>
                                      <p:cBhvr>
                                        <p:cTn dur="1" fill="hold">
                                          <p:stCondLst>
                                            <p:cond delay="0"/>
                                          </p:stCondLst>
                                        </p:cTn>
                                        <p:tgtEl>
                                          <p:spTgt spid="3246">
                                            <p:txEl>
                                              <p:pRg end="2" st="2"/>
                                            </p:txEl>
                                          </p:spTgt>
                                        </p:tgtEl>
                                        <p:attrNameLst>
                                          <p:attrName>style.visibility</p:attrName>
                                        </p:attrNameLst>
                                      </p:cBhvr>
                                      <p:to>
                                        <p:strVal val="visible"/>
                                      </p:to>
                                    </p:set>
                                    <p:anim calcmode="lin" valueType="num">
                                      <p:cBhvr additive="base">
                                        <p:cTn dur="200"/>
                                        <p:tgtEl>
                                          <p:spTgt spid="3246">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100"/>
                            </p:stCondLst>
                            <p:childTnLst>
                              <p:par>
                                <p:cTn fill="hold" nodeType="afterEffect" presetClass="entr" presetID="2" presetSubtype="4">
                                  <p:stCondLst>
                                    <p:cond delay="0"/>
                                  </p:stCondLst>
                                  <p:childTnLst>
                                    <p:set>
                                      <p:cBhvr>
                                        <p:cTn dur="1" fill="hold">
                                          <p:stCondLst>
                                            <p:cond delay="0"/>
                                          </p:stCondLst>
                                        </p:cTn>
                                        <p:tgtEl>
                                          <p:spTgt spid="3246">
                                            <p:txEl>
                                              <p:pRg end="3" st="3"/>
                                            </p:txEl>
                                          </p:spTgt>
                                        </p:tgtEl>
                                        <p:attrNameLst>
                                          <p:attrName>style.visibility</p:attrName>
                                        </p:attrNameLst>
                                      </p:cBhvr>
                                      <p:to>
                                        <p:strVal val="visible"/>
                                      </p:to>
                                    </p:set>
                                    <p:anim calcmode="lin" valueType="num">
                                      <p:cBhvr additive="base">
                                        <p:cTn dur="200"/>
                                        <p:tgtEl>
                                          <p:spTgt spid="3246">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300"/>
                            </p:stCondLst>
                            <p:childTnLst>
                              <p:par>
                                <p:cTn fill="hold" nodeType="afterEffect" presetClass="entr" presetID="2" presetSubtype="4">
                                  <p:stCondLst>
                                    <p:cond delay="0"/>
                                  </p:stCondLst>
                                  <p:childTnLst>
                                    <p:set>
                                      <p:cBhvr>
                                        <p:cTn dur="1" fill="hold">
                                          <p:stCondLst>
                                            <p:cond delay="0"/>
                                          </p:stCondLst>
                                        </p:cTn>
                                        <p:tgtEl>
                                          <p:spTgt spid="3246">
                                            <p:txEl>
                                              <p:pRg end="4" st="4"/>
                                            </p:txEl>
                                          </p:spTgt>
                                        </p:tgtEl>
                                        <p:attrNameLst>
                                          <p:attrName>style.visibility</p:attrName>
                                        </p:attrNameLst>
                                      </p:cBhvr>
                                      <p:to>
                                        <p:strVal val="visible"/>
                                      </p:to>
                                    </p:set>
                                    <p:anim calcmode="lin" valueType="num">
                                      <p:cBhvr additive="base">
                                        <p:cTn dur="200"/>
                                        <p:tgtEl>
                                          <p:spTgt spid="3246">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500"/>
                            </p:stCondLst>
                            <p:childTnLst>
                              <p:par>
                                <p:cTn fill="hold" nodeType="afterEffect" presetClass="entr" presetID="2" presetSubtype="4">
                                  <p:stCondLst>
                                    <p:cond delay="0"/>
                                  </p:stCondLst>
                                  <p:childTnLst>
                                    <p:set>
                                      <p:cBhvr>
                                        <p:cTn dur="1" fill="hold">
                                          <p:stCondLst>
                                            <p:cond delay="0"/>
                                          </p:stCondLst>
                                        </p:cTn>
                                        <p:tgtEl>
                                          <p:spTgt spid="3246">
                                            <p:txEl>
                                              <p:pRg end="5" st="5"/>
                                            </p:txEl>
                                          </p:spTgt>
                                        </p:tgtEl>
                                        <p:attrNameLst>
                                          <p:attrName>style.visibility</p:attrName>
                                        </p:attrNameLst>
                                      </p:cBhvr>
                                      <p:to>
                                        <p:strVal val="visible"/>
                                      </p:to>
                                    </p:set>
                                    <p:anim calcmode="lin" valueType="num">
                                      <p:cBhvr additive="base">
                                        <p:cTn dur="200"/>
                                        <p:tgtEl>
                                          <p:spTgt spid="3246">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700"/>
                            </p:stCondLst>
                            <p:childTnLst>
                              <p:par>
                                <p:cTn fill="hold" nodeType="afterEffect" presetClass="entr" presetID="2" presetSubtype="4">
                                  <p:stCondLst>
                                    <p:cond delay="0"/>
                                  </p:stCondLst>
                                  <p:childTnLst>
                                    <p:set>
                                      <p:cBhvr>
                                        <p:cTn dur="1" fill="hold">
                                          <p:stCondLst>
                                            <p:cond delay="0"/>
                                          </p:stCondLst>
                                        </p:cTn>
                                        <p:tgtEl>
                                          <p:spTgt spid="3246">
                                            <p:txEl>
                                              <p:pRg end="6" st="6"/>
                                            </p:txEl>
                                          </p:spTgt>
                                        </p:tgtEl>
                                        <p:attrNameLst>
                                          <p:attrName>style.visibility</p:attrName>
                                        </p:attrNameLst>
                                      </p:cBhvr>
                                      <p:to>
                                        <p:strVal val="visible"/>
                                      </p:to>
                                    </p:set>
                                    <p:anim calcmode="lin" valueType="num">
                                      <p:cBhvr additive="base">
                                        <p:cTn dur="200"/>
                                        <p:tgtEl>
                                          <p:spTgt spid="3246">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900"/>
                            </p:stCondLst>
                            <p:childTnLst>
                              <p:par>
                                <p:cTn fill="hold" nodeType="afterEffect" presetClass="entr" presetID="2" presetSubtype="4">
                                  <p:stCondLst>
                                    <p:cond delay="0"/>
                                  </p:stCondLst>
                                  <p:childTnLst>
                                    <p:set>
                                      <p:cBhvr>
                                        <p:cTn dur="1" fill="hold">
                                          <p:stCondLst>
                                            <p:cond delay="0"/>
                                          </p:stCondLst>
                                        </p:cTn>
                                        <p:tgtEl>
                                          <p:spTgt spid="3246">
                                            <p:txEl>
                                              <p:pRg end="7" st="7"/>
                                            </p:txEl>
                                          </p:spTgt>
                                        </p:tgtEl>
                                        <p:attrNameLst>
                                          <p:attrName>style.visibility</p:attrName>
                                        </p:attrNameLst>
                                      </p:cBhvr>
                                      <p:to>
                                        <p:strVal val="visible"/>
                                      </p:to>
                                    </p:set>
                                    <p:anim calcmode="lin" valueType="num">
                                      <p:cBhvr additive="base">
                                        <p:cTn dur="200"/>
                                        <p:tgtEl>
                                          <p:spTgt spid="3246">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100"/>
                            </p:stCondLst>
                            <p:childTnLst>
                              <p:par>
                                <p:cTn fill="hold" nodeType="afterEffect" presetClass="entr" presetID="2" presetSubtype="4">
                                  <p:stCondLst>
                                    <p:cond delay="0"/>
                                  </p:stCondLst>
                                  <p:childTnLst>
                                    <p:set>
                                      <p:cBhvr>
                                        <p:cTn dur="1" fill="hold">
                                          <p:stCondLst>
                                            <p:cond delay="0"/>
                                          </p:stCondLst>
                                        </p:cTn>
                                        <p:tgtEl>
                                          <p:spTgt spid="3246">
                                            <p:txEl>
                                              <p:pRg end="8" st="8"/>
                                            </p:txEl>
                                          </p:spTgt>
                                        </p:tgtEl>
                                        <p:attrNameLst>
                                          <p:attrName>style.visibility</p:attrName>
                                        </p:attrNameLst>
                                      </p:cBhvr>
                                      <p:to>
                                        <p:strVal val="visible"/>
                                      </p:to>
                                    </p:set>
                                    <p:anim calcmode="lin" valueType="num">
                                      <p:cBhvr additive="base">
                                        <p:cTn dur="200"/>
                                        <p:tgtEl>
                                          <p:spTgt spid="3246">
                                            <p:txEl>
                                              <p:pRg end="8" st="8"/>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300"/>
                            </p:stCondLst>
                            <p:childTnLst>
                              <p:par>
                                <p:cTn fill="hold" nodeType="afterEffect" presetClass="entr" presetID="2" presetSubtype="4">
                                  <p:stCondLst>
                                    <p:cond delay="0"/>
                                  </p:stCondLst>
                                  <p:childTnLst>
                                    <p:set>
                                      <p:cBhvr>
                                        <p:cTn dur="1" fill="hold">
                                          <p:stCondLst>
                                            <p:cond delay="0"/>
                                          </p:stCondLst>
                                        </p:cTn>
                                        <p:tgtEl>
                                          <p:spTgt spid="3246">
                                            <p:txEl>
                                              <p:pRg end="9" st="9"/>
                                            </p:txEl>
                                          </p:spTgt>
                                        </p:tgtEl>
                                        <p:attrNameLst>
                                          <p:attrName>style.visibility</p:attrName>
                                        </p:attrNameLst>
                                      </p:cBhvr>
                                      <p:to>
                                        <p:strVal val="visible"/>
                                      </p:to>
                                    </p:set>
                                    <p:anim calcmode="lin" valueType="num">
                                      <p:cBhvr additive="base">
                                        <p:cTn dur="200"/>
                                        <p:tgtEl>
                                          <p:spTgt spid="3246">
                                            <p:txEl>
                                              <p:pRg end="9" st="9"/>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500"/>
                            </p:stCondLst>
                            <p:childTnLst>
                              <p:par>
                                <p:cTn fill="hold" nodeType="afterEffect" presetClass="entr" presetID="2" presetSubtype="4">
                                  <p:stCondLst>
                                    <p:cond delay="0"/>
                                  </p:stCondLst>
                                  <p:childTnLst>
                                    <p:set>
                                      <p:cBhvr>
                                        <p:cTn dur="1" fill="hold">
                                          <p:stCondLst>
                                            <p:cond delay="0"/>
                                          </p:stCondLst>
                                        </p:cTn>
                                        <p:tgtEl>
                                          <p:spTgt spid="3246">
                                            <p:txEl>
                                              <p:pRg end="10" st="10"/>
                                            </p:txEl>
                                          </p:spTgt>
                                        </p:tgtEl>
                                        <p:attrNameLst>
                                          <p:attrName>style.visibility</p:attrName>
                                        </p:attrNameLst>
                                      </p:cBhvr>
                                      <p:to>
                                        <p:strVal val="visible"/>
                                      </p:to>
                                    </p:set>
                                    <p:anim calcmode="lin" valueType="num">
                                      <p:cBhvr additive="base">
                                        <p:cTn dur="200"/>
                                        <p:tgtEl>
                                          <p:spTgt spid="3246">
                                            <p:txEl>
                                              <p:pRg end="10" st="1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3700"/>
                            </p:stCondLst>
                            <p:childTnLst>
                              <p:par>
                                <p:cTn fill="hold" nodeType="afterEffect" presetClass="entr" presetID="2" presetSubtype="4">
                                  <p:stCondLst>
                                    <p:cond delay="0"/>
                                  </p:stCondLst>
                                  <p:childTnLst>
                                    <p:set>
                                      <p:cBhvr>
                                        <p:cTn dur="1" fill="hold">
                                          <p:stCondLst>
                                            <p:cond delay="0"/>
                                          </p:stCondLst>
                                        </p:cTn>
                                        <p:tgtEl>
                                          <p:spTgt spid="3246">
                                            <p:txEl>
                                              <p:pRg end="11" st="11"/>
                                            </p:txEl>
                                          </p:spTgt>
                                        </p:tgtEl>
                                        <p:attrNameLst>
                                          <p:attrName>style.visibility</p:attrName>
                                        </p:attrNameLst>
                                      </p:cBhvr>
                                      <p:to>
                                        <p:strVal val="visible"/>
                                      </p:to>
                                    </p:set>
                                    <p:anim calcmode="lin" valueType="num">
                                      <p:cBhvr additive="base">
                                        <p:cTn dur="200"/>
                                        <p:tgtEl>
                                          <p:spTgt spid="324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0" name="Shape 3250"/>
        <p:cNvGrpSpPr/>
        <p:nvPr/>
      </p:nvGrpSpPr>
      <p:grpSpPr>
        <a:xfrm>
          <a:off x="0" y="0"/>
          <a:ext cx="0" cy="0"/>
          <a:chOff x="0" y="0"/>
          <a:chExt cx="0" cy="0"/>
        </a:xfrm>
      </p:grpSpPr>
      <p:sp>
        <p:nvSpPr>
          <p:cNvPr id="3251" name="Google Shape;3251;p55"/>
          <p:cNvSpPr txBox="1"/>
          <p:nvPr>
            <p:ph type="title"/>
          </p:nvPr>
        </p:nvSpPr>
        <p:spPr>
          <a:xfrm>
            <a:off x="713275" y="445025"/>
            <a:ext cx="7717500" cy="73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a:t>
            </a:r>
            <a:endParaRPr/>
          </a:p>
        </p:txBody>
      </p:sp>
      <p:sp>
        <p:nvSpPr>
          <p:cNvPr id="3252" name="Google Shape;3252;p55"/>
          <p:cNvSpPr txBox="1"/>
          <p:nvPr/>
        </p:nvSpPr>
        <p:spPr>
          <a:xfrm>
            <a:off x="874700" y="1151300"/>
            <a:ext cx="7717500" cy="35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latin typeface="Advent Pro"/>
                <a:ea typeface="Advent Pro"/>
                <a:cs typeface="Advent Pro"/>
                <a:sym typeface="Advent Pro"/>
                <a:hlinkClick r:id="rId3"/>
              </a:rPr>
              <a:t>https://wyatthitechlaw.com/2021/12/17/apache-log4j-vulnerability-in-java-applications-may-pose-risk-to-confidential-company-and-personal-information/#:~:text=According%20to%20the%20CISA%20Guidance,topped%20the%20list%20at%2059.9%25</a:t>
            </a:r>
            <a:r>
              <a:rPr lang="en">
                <a:solidFill>
                  <a:schemeClr val="dk1"/>
                </a:solidFill>
                <a:latin typeface="Advent Pro"/>
                <a:ea typeface="Advent Pro"/>
                <a:cs typeface="Advent Pro"/>
                <a:sym typeface="Advent Pro"/>
              </a:rPr>
              <a:t>.</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rPr lang="en" u="sng">
                <a:solidFill>
                  <a:schemeClr val="hlink"/>
                </a:solidFill>
                <a:latin typeface="Advent Pro"/>
                <a:ea typeface="Advent Pro"/>
                <a:cs typeface="Advent Pro"/>
                <a:sym typeface="Advent Pro"/>
                <a:hlinkClick r:id="rId4"/>
              </a:rPr>
              <a:t>https://www.ncsc.gov.uk/information/log4j-vulnerability-what-everyone-needs-to-know</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rPr lang="en" u="sng">
                <a:solidFill>
                  <a:schemeClr val="hlink"/>
                </a:solidFill>
                <a:latin typeface="Advent Pro"/>
                <a:ea typeface="Advent Pro"/>
                <a:cs typeface="Advent Pro"/>
                <a:sym typeface="Advent Pro"/>
                <a:hlinkClick r:id="rId5"/>
              </a:rPr>
              <a:t>https://www.ibm.com/think/topics/log4j#:~:text=The%20Log4j%20vulnerability%2C%20also%20known,and%20so%20easy%20to%20use</a:t>
            </a:r>
            <a:r>
              <a:rPr lang="en">
                <a:solidFill>
                  <a:schemeClr val="dk1"/>
                </a:solidFill>
                <a:latin typeface="Advent Pro"/>
                <a:ea typeface="Advent Pro"/>
                <a:cs typeface="Advent Pro"/>
                <a:sym typeface="Advent Pro"/>
              </a:rPr>
              <a:t>.</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rPr lang="en">
                <a:solidFill>
                  <a:schemeClr val="dk1"/>
                </a:solidFill>
                <a:latin typeface="Advent Pro"/>
                <a:ea typeface="Advent Pro"/>
                <a:cs typeface="Advent Pro"/>
                <a:sym typeface="Advent Pro"/>
              </a:rPr>
              <a:t>“Log4j,” Azul | Better Java Performance, Superior Java Support, Oct. 24, 2023. https://www.azul.com/glossary/log4j/</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rPr lang="en">
                <a:solidFill>
                  <a:schemeClr val="dk1"/>
                </a:solidFill>
                <a:latin typeface="Advent Pro"/>
                <a:ea typeface="Advent Pro"/>
                <a:cs typeface="Advent Pro"/>
                <a:sym typeface="Advent Pro"/>
              </a:rPr>
              <a:t>IBM, “Log4j,” Ibm.com, Jun. 19, 2023. https://www.ibm.com/think/topics/log4j</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t/>
            </a:r>
            <a:endParaRPr>
              <a:solidFill>
                <a:schemeClr val="dk1"/>
              </a:solidFill>
              <a:latin typeface="Advent Pro"/>
              <a:ea typeface="Advent Pro"/>
              <a:cs typeface="Advent Pro"/>
              <a:sym typeface="Advent Pro"/>
            </a:endParaRPr>
          </a:p>
          <a:p>
            <a:pPr indent="0" lvl="0" marL="0" rtl="0" algn="l">
              <a:spcBef>
                <a:spcPts val="0"/>
              </a:spcBef>
              <a:spcAft>
                <a:spcPts val="0"/>
              </a:spcAft>
              <a:buNone/>
            </a:pPr>
            <a:r>
              <a:t/>
            </a:r>
            <a:endParaRPr>
              <a:solidFill>
                <a:schemeClr val="dk1"/>
              </a:solidFill>
              <a:latin typeface="Advent Pro"/>
              <a:ea typeface="Advent Pro"/>
              <a:cs typeface="Advent Pro"/>
              <a:sym typeface="Advent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251"/>
                                        </p:tgtEl>
                                        <p:attrNameLst>
                                          <p:attrName>style.visibility</p:attrName>
                                        </p:attrNameLst>
                                      </p:cBhvr>
                                      <p:to>
                                        <p:strVal val="visible"/>
                                      </p:to>
                                    </p:set>
                                    <p:anim calcmode="lin" valueType="num">
                                      <p:cBhvr additive="base">
                                        <p:cTn dur="1000"/>
                                        <p:tgtEl>
                                          <p:spTgt spid="325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252"/>
                                        </p:tgtEl>
                                        <p:attrNameLst>
                                          <p:attrName>style.visibility</p:attrName>
                                        </p:attrNameLst>
                                      </p:cBhvr>
                                      <p:to>
                                        <p:strVal val="visible"/>
                                      </p:to>
                                    </p:set>
                                    <p:anim calcmode="lin" valueType="num">
                                      <p:cBhvr additive="base">
                                        <p:cTn dur="1000"/>
                                        <p:tgtEl>
                                          <p:spTgt spid="325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6" name="Shape 3256"/>
        <p:cNvGrpSpPr/>
        <p:nvPr/>
      </p:nvGrpSpPr>
      <p:grpSpPr>
        <a:xfrm>
          <a:off x="0" y="0"/>
          <a:ext cx="0" cy="0"/>
          <a:chOff x="0" y="0"/>
          <a:chExt cx="0" cy="0"/>
        </a:xfrm>
      </p:grpSpPr>
      <p:sp>
        <p:nvSpPr>
          <p:cNvPr id="3257" name="Google Shape;3257;p56"/>
          <p:cNvSpPr/>
          <p:nvPr/>
        </p:nvSpPr>
        <p:spPr>
          <a:xfrm>
            <a:off x="2863313" y="-602775"/>
            <a:ext cx="1812300" cy="1812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8" name="Google Shape;3258;p56"/>
          <p:cNvGrpSpPr/>
          <p:nvPr/>
        </p:nvGrpSpPr>
        <p:grpSpPr>
          <a:xfrm>
            <a:off x="1647529" y="2125441"/>
            <a:ext cx="2227588" cy="726522"/>
            <a:chOff x="3620725" y="372750"/>
            <a:chExt cx="1039375" cy="338989"/>
          </a:xfrm>
        </p:grpSpPr>
        <p:sp>
          <p:nvSpPr>
            <p:cNvPr id="3259" name="Google Shape;3259;p56"/>
            <p:cNvSpPr/>
            <p:nvPr/>
          </p:nvSpPr>
          <p:spPr>
            <a:xfrm>
              <a:off x="451215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56"/>
            <p:cNvSpPr/>
            <p:nvPr/>
          </p:nvSpPr>
          <p:spPr>
            <a:xfrm>
              <a:off x="451215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56"/>
            <p:cNvSpPr/>
            <p:nvPr/>
          </p:nvSpPr>
          <p:spPr>
            <a:xfrm>
              <a:off x="451215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56"/>
            <p:cNvSpPr/>
            <p:nvPr/>
          </p:nvSpPr>
          <p:spPr>
            <a:xfrm>
              <a:off x="460130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56"/>
            <p:cNvSpPr/>
            <p:nvPr/>
          </p:nvSpPr>
          <p:spPr>
            <a:xfrm>
              <a:off x="460130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56"/>
            <p:cNvSpPr/>
            <p:nvPr/>
          </p:nvSpPr>
          <p:spPr>
            <a:xfrm>
              <a:off x="4423013"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56"/>
            <p:cNvSpPr/>
            <p:nvPr/>
          </p:nvSpPr>
          <p:spPr>
            <a:xfrm>
              <a:off x="442301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6" name="Google Shape;3266;p56"/>
            <p:cNvSpPr/>
            <p:nvPr/>
          </p:nvSpPr>
          <p:spPr>
            <a:xfrm>
              <a:off x="442301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7" name="Google Shape;3267;p56"/>
            <p:cNvSpPr/>
            <p:nvPr/>
          </p:nvSpPr>
          <p:spPr>
            <a:xfrm>
              <a:off x="442301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8" name="Google Shape;3268;p56"/>
            <p:cNvSpPr/>
            <p:nvPr/>
          </p:nvSpPr>
          <p:spPr>
            <a:xfrm>
              <a:off x="424472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56"/>
            <p:cNvSpPr/>
            <p:nvPr/>
          </p:nvSpPr>
          <p:spPr>
            <a:xfrm>
              <a:off x="424472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56"/>
            <p:cNvSpPr/>
            <p:nvPr/>
          </p:nvSpPr>
          <p:spPr>
            <a:xfrm>
              <a:off x="4333870"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56"/>
            <p:cNvSpPr/>
            <p:nvPr/>
          </p:nvSpPr>
          <p:spPr>
            <a:xfrm>
              <a:off x="4333870"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56"/>
            <p:cNvSpPr/>
            <p:nvPr/>
          </p:nvSpPr>
          <p:spPr>
            <a:xfrm>
              <a:off x="433387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56"/>
            <p:cNvSpPr/>
            <p:nvPr/>
          </p:nvSpPr>
          <p:spPr>
            <a:xfrm>
              <a:off x="4333870"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56"/>
            <p:cNvSpPr/>
            <p:nvPr/>
          </p:nvSpPr>
          <p:spPr>
            <a:xfrm>
              <a:off x="415558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56"/>
            <p:cNvSpPr/>
            <p:nvPr/>
          </p:nvSpPr>
          <p:spPr>
            <a:xfrm>
              <a:off x="415558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56"/>
            <p:cNvSpPr/>
            <p:nvPr/>
          </p:nvSpPr>
          <p:spPr>
            <a:xfrm>
              <a:off x="415558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56"/>
            <p:cNvSpPr/>
            <p:nvPr/>
          </p:nvSpPr>
          <p:spPr>
            <a:xfrm>
              <a:off x="415558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56"/>
            <p:cNvSpPr/>
            <p:nvPr/>
          </p:nvSpPr>
          <p:spPr>
            <a:xfrm>
              <a:off x="3977297"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56"/>
            <p:cNvSpPr/>
            <p:nvPr/>
          </p:nvSpPr>
          <p:spPr>
            <a:xfrm>
              <a:off x="3977297"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56"/>
            <p:cNvSpPr/>
            <p:nvPr/>
          </p:nvSpPr>
          <p:spPr>
            <a:xfrm>
              <a:off x="3977297"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56"/>
            <p:cNvSpPr/>
            <p:nvPr/>
          </p:nvSpPr>
          <p:spPr>
            <a:xfrm>
              <a:off x="406644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56"/>
            <p:cNvSpPr/>
            <p:nvPr/>
          </p:nvSpPr>
          <p:spPr>
            <a:xfrm>
              <a:off x="406644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56"/>
            <p:cNvSpPr/>
            <p:nvPr/>
          </p:nvSpPr>
          <p:spPr>
            <a:xfrm>
              <a:off x="406644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56"/>
            <p:cNvSpPr/>
            <p:nvPr/>
          </p:nvSpPr>
          <p:spPr>
            <a:xfrm>
              <a:off x="3888154"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56"/>
            <p:cNvSpPr/>
            <p:nvPr/>
          </p:nvSpPr>
          <p:spPr>
            <a:xfrm>
              <a:off x="3888154"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56"/>
            <p:cNvSpPr/>
            <p:nvPr/>
          </p:nvSpPr>
          <p:spPr>
            <a:xfrm>
              <a:off x="3888154"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56"/>
            <p:cNvSpPr/>
            <p:nvPr/>
          </p:nvSpPr>
          <p:spPr>
            <a:xfrm>
              <a:off x="3888154"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56"/>
            <p:cNvSpPr/>
            <p:nvPr/>
          </p:nvSpPr>
          <p:spPr>
            <a:xfrm>
              <a:off x="370986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56"/>
            <p:cNvSpPr/>
            <p:nvPr/>
          </p:nvSpPr>
          <p:spPr>
            <a:xfrm>
              <a:off x="370986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56"/>
            <p:cNvSpPr/>
            <p:nvPr/>
          </p:nvSpPr>
          <p:spPr>
            <a:xfrm>
              <a:off x="370986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56"/>
            <p:cNvSpPr/>
            <p:nvPr/>
          </p:nvSpPr>
          <p:spPr>
            <a:xfrm>
              <a:off x="3799011"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56"/>
            <p:cNvSpPr/>
            <p:nvPr/>
          </p:nvSpPr>
          <p:spPr>
            <a:xfrm>
              <a:off x="3799011"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3" name="Google Shape;3293;p56"/>
            <p:cNvSpPr/>
            <p:nvPr/>
          </p:nvSpPr>
          <p:spPr>
            <a:xfrm>
              <a:off x="3799011"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4" name="Google Shape;3294;p56"/>
            <p:cNvSpPr/>
            <p:nvPr/>
          </p:nvSpPr>
          <p:spPr>
            <a:xfrm>
              <a:off x="3799011"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56"/>
            <p:cNvSpPr/>
            <p:nvPr/>
          </p:nvSpPr>
          <p:spPr>
            <a:xfrm>
              <a:off x="362072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6" name="Google Shape;3296;p56"/>
          <p:cNvGrpSpPr/>
          <p:nvPr/>
        </p:nvGrpSpPr>
        <p:grpSpPr>
          <a:xfrm>
            <a:off x="380255" y="402716"/>
            <a:ext cx="2227589" cy="1527191"/>
            <a:chOff x="5519300" y="372750"/>
            <a:chExt cx="1039375" cy="712575"/>
          </a:xfrm>
        </p:grpSpPr>
        <p:sp>
          <p:nvSpPr>
            <p:cNvPr id="3297" name="Google Shape;3297;p56"/>
            <p:cNvSpPr/>
            <p:nvPr/>
          </p:nvSpPr>
          <p:spPr>
            <a:xfrm>
              <a:off x="641073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56"/>
            <p:cNvSpPr/>
            <p:nvPr/>
          </p:nvSpPr>
          <p:spPr>
            <a:xfrm>
              <a:off x="641073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56"/>
            <p:cNvSpPr/>
            <p:nvPr/>
          </p:nvSpPr>
          <p:spPr>
            <a:xfrm>
              <a:off x="641073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56"/>
            <p:cNvSpPr/>
            <p:nvPr/>
          </p:nvSpPr>
          <p:spPr>
            <a:xfrm>
              <a:off x="641073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56"/>
            <p:cNvSpPr/>
            <p:nvPr/>
          </p:nvSpPr>
          <p:spPr>
            <a:xfrm>
              <a:off x="649987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56"/>
            <p:cNvSpPr/>
            <p:nvPr/>
          </p:nvSpPr>
          <p:spPr>
            <a:xfrm>
              <a:off x="649987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56"/>
            <p:cNvSpPr/>
            <p:nvPr/>
          </p:nvSpPr>
          <p:spPr>
            <a:xfrm>
              <a:off x="649987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56"/>
            <p:cNvSpPr/>
            <p:nvPr/>
          </p:nvSpPr>
          <p:spPr>
            <a:xfrm>
              <a:off x="649987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56"/>
            <p:cNvSpPr/>
            <p:nvPr/>
          </p:nvSpPr>
          <p:spPr>
            <a:xfrm>
              <a:off x="6499875"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56"/>
            <p:cNvSpPr/>
            <p:nvPr/>
          </p:nvSpPr>
          <p:spPr>
            <a:xfrm>
              <a:off x="6321588"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56"/>
            <p:cNvSpPr/>
            <p:nvPr/>
          </p:nvSpPr>
          <p:spPr>
            <a:xfrm>
              <a:off x="6321588"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56"/>
            <p:cNvSpPr/>
            <p:nvPr/>
          </p:nvSpPr>
          <p:spPr>
            <a:xfrm>
              <a:off x="6321588"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56"/>
            <p:cNvSpPr/>
            <p:nvPr/>
          </p:nvSpPr>
          <p:spPr>
            <a:xfrm>
              <a:off x="6321588"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56"/>
            <p:cNvSpPr/>
            <p:nvPr/>
          </p:nvSpPr>
          <p:spPr>
            <a:xfrm>
              <a:off x="6321588"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56"/>
            <p:cNvSpPr/>
            <p:nvPr/>
          </p:nvSpPr>
          <p:spPr>
            <a:xfrm>
              <a:off x="6321588"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56"/>
            <p:cNvSpPr/>
            <p:nvPr/>
          </p:nvSpPr>
          <p:spPr>
            <a:xfrm>
              <a:off x="614330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56"/>
            <p:cNvSpPr/>
            <p:nvPr/>
          </p:nvSpPr>
          <p:spPr>
            <a:xfrm>
              <a:off x="614330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56"/>
            <p:cNvSpPr/>
            <p:nvPr/>
          </p:nvSpPr>
          <p:spPr>
            <a:xfrm>
              <a:off x="6143302"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56"/>
            <p:cNvSpPr/>
            <p:nvPr/>
          </p:nvSpPr>
          <p:spPr>
            <a:xfrm>
              <a:off x="6143302"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56"/>
            <p:cNvSpPr/>
            <p:nvPr/>
          </p:nvSpPr>
          <p:spPr>
            <a:xfrm>
              <a:off x="6143302"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56"/>
            <p:cNvSpPr/>
            <p:nvPr/>
          </p:nvSpPr>
          <p:spPr>
            <a:xfrm>
              <a:off x="6232445"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8" name="Google Shape;3318;p56"/>
            <p:cNvSpPr/>
            <p:nvPr/>
          </p:nvSpPr>
          <p:spPr>
            <a:xfrm>
              <a:off x="6232445"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56"/>
            <p:cNvSpPr/>
            <p:nvPr/>
          </p:nvSpPr>
          <p:spPr>
            <a:xfrm>
              <a:off x="6232445"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56"/>
            <p:cNvSpPr/>
            <p:nvPr/>
          </p:nvSpPr>
          <p:spPr>
            <a:xfrm>
              <a:off x="6232445"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56"/>
            <p:cNvSpPr/>
            <p:nvPr/>
          </p:nvSpPr>
          <p:spPr>
            <a:xfrm>
              <a:off x="6232445"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56"/>
            <p:cNvSpPr/>
            <p:nvPr/>
          </p:nvSpPr>
          <p:spPr>
            <a:xfrm>
              <a:off x="6232445"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56"/>
            <p:cNvSpPr/>
            <p:nvPr/>
          </p:nvSpPr>
          <p:spPr>
            <a:xfrm>
              <a:off x="605415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56"/>
            <p:cNvSpPr/>
            <p:nvPr/>
          </p:nvSpPr>
          <p:spPr>
            <a:xfrm>
              <a:off x="605415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56"/>
            <p:cNvSpPr/>
            <p:nvPr/>
          </p:nvSpPr>
          <p:spPr>
            <a:xfrm>
              <a:off x="605415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56"/>
            <p:cNvSpPr/>
            <p:nvPr/>
          </p:nvSpPr>
          <p:spPr>
            <a:xfrm>
              <a:off x="605415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56"/>
            <p:cNvSpPr/>
            <p:nvPr/>
          </p:nvSpPr>
          <p:spPr>
            <a:xfrm>
              <a:off x="605415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8" name="Google Shape;3328;p56"/>
            <p:cNvSpPr/>
            <p:nvPr/>
          </p:nvSpPr>
          <p:spPr>
            <a:xfrm>
              <a:off x="605415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56"/>
            <p:cNvSpPr/>
            <p:nvPr/>
          </p:nvSpPr>
          <p:spPr>
            <a:xfrm>
              <a:off x="6054159"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56"/>
            <p:cNvSpPr/>
            <p:nvPr/>
          </p:nvSpPr>
          <p:spPr>
            <a:xfrm>
              <a:off x="5875872"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56"/>
            <p:cNvSpPr/>
            <p:nvPr/>
          </p:nvSpPr>
          <p:spPr>
            <a:xfrm>
              <a:off x="5875872"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56"/>
            <p:cNvSpPr/>
            <p:nvPr/>
          </p:nvSpPr>
          <p:spPr>
            <a:xfrm>
              <a:off x="5875872"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56"/>
            <p:cNvSpPr/>
            <p:nvPr/>
          </p:nvSpPr>
          <p:spPr>
            <a:xfrm>
              <a:off x="5875872"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4" name="Google Shape;3334;p56"/>
            <p:cNvSpPr/>
            <p:nvPr/>
          </p:nvSpPr>
          <p:spPr>
            <a:xfrm>
              <a:off x="596501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56"/>
            <p:cNvSpPr/>
            <p:nvPr/>
          </p:nvSpPr>
          <p:spPr>
            <a:xfrm>
              <a:off x="596501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56"/>
            <p:cNvSpPr/>
            <p:nvPr/>
          </p:nvSpPr>
          <p:spPr>
            <a:xfrm>
              <a:off x="596501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7" name="Google Shape;3337;p56"/>
            <p:cNvSpPr/>
            <p:nvPr/>
          </p:nvSpPr>
          <p:spPr>
            <a:xfrm>
              <a:off x="596501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56"/>
            <p:cNvSpPr/>
            <p:nvPr/>
          </p:nvSpPr>
          <p:spPr>
            <a:xfrm>
              <a:off x="596501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56"/>
            <p:cNvSpPr/>
            <p:nvPr/>
          </p:nvSpPr>
          <p:spPr>
            <a:xfrm>
              <a:off x="5786729"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56"/>
            <p:cNvSpPr/>
            <p:nvPr/>
          </p:nvSpPr>
          <p:spPr>
            <a:xfrm>
              <a:off x="5786729"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56"/>
            <p:cNvSpPr/>
            <p:nvPr/>
          </p:nvSpPr>
          <p:spPr>
            <a:xfrm>
              <a:off x="5786729"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56"/>
            <p:cNvSpPr/>
            <p:nvPr/>
          </p:nvSpPr>
          <p:spPr>
            <a:xfrm>
              <a:off x="5786729"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56"/>
            <p:cNvSpPr/>
            <p:nvPr/>
          </p:nvSpPr>
          <p:spPr>
            <a:xfrm>
              <a:off x="5786729"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56"/>
            <p:cNvSpPr/>
            <p:nvPr/>
          </p:nvSpPr>
          <p:spPr>
            <a:xfrm>
              <a:off x="5786729"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5" name="Google Shape;3345;p56"/>
            <p:cNvSpPr/>
            <p:nvPr/>
          </p:nvSpPr>
          <p:spPr>
            <a:xfrm>
              <a:off x="5786729"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6" name="Google Shape;3346;p56"/>
            <p:cNvSpPr/>
            <p:nvPr/>
          </p:nvSpPr>
          <p:spPr>
            <a:xfrm>
              <a:off x="5608443"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56"/>
            <p:cNvSpPr/>
            <p:nvPr/>
          </p:nvSpPr>
          <p:spPr>
            <a:xfrm>
              <a:off x="5608443"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56"/>
            <p:cNvSpPr/>
            <p:nvPr/>
          </p:nvSpPr>
          <p:spPr>
            <a:xfrm>
              <a:off x="5608443"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56"/>
            <p:cNvSpPr/>
            <p:nvPr/>
          </p:nvSpPr>
          <p:spPr>
            <a:xfrm>
              <a:off x="5608443"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56"/>
            <p:cNvSpPr/>
            <p:nvPr/>
          </p:nvSpPr>
          <p:spPr>
            <a:xfrm>
              <a:off x="5608443"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56"/>
            <p:cNvSpPr/>
            <p:nvPr/>
          </p:nvSpPr>
          <p:spPr>
            <a:xfrm>
              <a:off x="5608443"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56"/>
            <p:cNvSpPr/>
            <p:nvPr/>
          </p:nvSpPr>
          <p:spPr>
            <a:xfrm>
              <a:off x="5697586" y="372750"/>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56"/>
            <p:cNvSpPr/>
            <p:nvPr/>
          </p:nvSpPr>
          <p:spPr>
            <a:xfrm>
              <a:off x="5697586" y="46614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56"/>
            <p:cNvSpPr/>
            <p:nvPr/>
          </p:nvSpPr>
          <p:spPr>
            <a:xfrm>
              <a:off x="5697586"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56"/>
            <p:cNvSpPr/>
            <p:nvPr/>
          </p:nvSpPr>
          <p:spPr>
            <a:xfrm>
              <a:off x="5697586" y="65293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56"/>
            <p:cNvSpPr/>
            <p:nvPr/>
          </p:nvSpPr>
          <p:spPr>
            <a:xfrm>
              <a:off x="5697586"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56"/>
            <p:cNvSpPr/>
            <p:nvPr/>
          </p:nvSpPr>
          <p:spPr>
            <a:xfrm>
              <a:off x="5697586"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56"/>
            <p:cNvSpPr/>
            <p:nvPr/>
          </p:nvSpPr>
          <p:spPr>
            <a:xfrm>
              <a:off x="5697586"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56"/>
            <p:cNvSpPr/>
            <p:nvPr/>
          </p:nvSpPr>
          <p:spPr>
            <a:xfrm>
              <a:off x="5519300" y="559543"/>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56"/>
            <p:cNvSpPr/>
            <p:nvPr/>
          </p:nvSpPr>
          <p:spPr>
            <a:xfrm>
              <a:off x="5519300" y="746336"/>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56"/>
            <p:cNvSpPr/>
            <p:nvPr/>
          </p:nvSpPr>
          <p:spPr>
            <a:xfrm>
              <a:off x="5519300" y="839732"/>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56"/>
            <p:cNvSpPr/>
            <p:nvPr/>
          </p:nvSpPr>
          <p:spPr>
            <a:xfrm>
              <a:off x="5519300" y="933129"/>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56"/>
            <p:cNvSpPr/>
            <p:nvPr/>
          </p:nvSpPr>
          <p:spPr>
            <a:xfrm>
              <a:off x="5519300" y="1026525"/>
              <a:ext cx="58800" cy="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364" name="Google Shape;3364;p56"/>
          <p:cNvPicPr preferRelativeResize="0"/>
          <p:nvPr/>
        </p:nvPicPr>
        <p:blipFill>
          <a:blip r:embed="rId3">
            <a:alphaModFix/>
          </a:blip>
          <a:stretch>
            <a:fillRect/>
          </a:stretch>
        </p:blipFill>
        <p:spPr>
          <a:xfrm>
            <a:off x="684400" y="2777912"/>
            <a:ext cx="2878150" cy="1916850"/>
          </a:xfrm>
          <a:prstGeom prst="rect">
            <a:avLst/>
          </a:prstGeom>
          <a:noFill/>
          <a:ln>
            <a:noFill/>
          </a:ln>
        </p:spPr>
      </p:pic>
      <p:sp>
        <p:nvSpPr>
          <p:cNvPr id="3365" name="Google Shape;3365;p56"/>
          <p:cNvSpPr txBox="1"/>
          <p:nvPr>
            <p:ph type="title"/>
          </p:nvPr>
        </p:nvSpPr>
        <p:spPr>
          <a:xfrm>
            <a:off x="4830825" y="217275"/>
            <a:ext cx="3600000" cy="1301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3366" name="Google Shape;3366;p56"/>
          <p:cNvSpPr txBox="1"/>
          <p:nvPr>
            <p:ph idx="2" type="title"/>
          </p:nvPr>
        </p:nvSpPr>
        <p:spPr>
          <a:xfrm>
            <a:off x="4830825" y="1685038"/>
            <a:ext cx="2041200" cy="116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Does anyone have any questions?</a:t>
            </a:r>
            <a:endParaRPr sz="2400"/>
          </a:p>
          <a:p>
            <a:pPr indent="0" lvl="0" marL="0" rtl="0" algn="l">
              <a:spcBef>
                <a:spcPts val="0"/>
              </a:spcBef>
              <a:spcAft>
                <a:spcPts val="0"/>
              </a:spcAft>
              <a:buNone/>
            </a:pPr>
            <a:r>
              <a:t/>
            </a:r>
            <a:endParaRPr b="0" sz="1400">
              <a:latin typeface="Advent Pro Medium"/>
              <a:ea typeface="Advent Pro Medium"/>
              <a:cs typeface="Advent Pro Medium"/>
              <a:sym typeface="Advent Pro Medium"/>
            </a:endParaRPr>
          </a:p>
        </p:txBody>
      </p:sp>
      <p:grpSp>
        <p:nvGrpSpPr>
          <p:cNvPr id="3367" name="Google Shape;3367;p56"/>
          <p:cNvGrpSpPr/>
          <p:nvPr/>
        </p:nvGrpSpPr>
        <p:grpSpPr>
          <a:xfrm>
            <a:off x="4925094" y="3037476"/>
            <a:ext cx="2238681" cy="437293"/>
            <a:chOff x="4750312" y="3101529"/>
            <a:chExt cx="2238681" cy="437293"/>
          </a:xfrm>
        </p:grpSpPr>
        <p:sp>
          <p:nvSpPr>
            <p:cNvPr id="3368" name="Google Shape;3368;p56"/>
            <p:cNvSpPr/>
            <p:nvPr/>
          </p:nvSpPr>
          <p:spPr>
            <a:xfrm>
              <a:off x="5351201" y="3106558"/>
              <a:ext cx="428537" cy="428131"/>
            </a:xfrm>
            <a:custGeom>
              <a:rect b="b" l="l" r="r" t="t"/>
              <a:pathLst>
                <a:path extrusionOk="0" h="13599" w="13613">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56"/>
            <p:cNvSpPr/>
            <p:nvPr/>
          </p:nvSpPr>
          <p:spPr>
            <a:xfrm>
              <a:off x="5453445" y="3282887"/>
              <a:ext cx="47283" cy="140443"/>
            </a:xfrm>
            <a:custGeom>
              <a:rect b="b" l="l" r="r" t="t"/>
              <a:pathLst>
                <a:path extrusionOk="0" h="4461" w="1502">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56"/>
            <p:cNvSpPr/>
            <p:nvPr/>
          </p:nvSpPr>
          <p:spPr>
            <a:xfrm>
              <a:off x="5434337" y="3199083"/>
              <a:ext cx="66391" cy="57015"/>
            </a:xfrm>
            <a:custGeom>
              <a:rect b="b" l="l" r="r" t="t"/>
              <a:pathLst>
                <a:path extrusionOk="0" h="1811" w="2109">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56"/>
            <p:cNvSpPr/>
            <p:nvPr/>
          </p:nvSpPr>
          <p:spPr>
            <a:xfrm>
              <a:off x="5546591" y="3282855"/>
              <a:ext cx="150002" cy="140947"/>
            </a:xfrm>
            <a:custGeom>
              <a:rect b="b" l="l" r="r" t="t"/>
              <a:pathLst>
                <a:path extrusionOk="0" h="4477" w="4765">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56"/>
            <p:cNvSpPr/>
            <p:nvPr/>
          </p:nvSpPr>
          <p:spPr>
            <a:xfrm>
              <a:off x="5952107" y="3106558"/>
              <a:ext cx="428097" cy="428131"/>
            </a:xfrm>
            <a:custGeom>
              <a:rect b="b" l="l" r="r" t="t"/>
              <a:pathLst>
                <a:path extrusionOk="0" h="13599" w="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56"/>
            <p:cNvSpPr/>
            <p:nvPr/>
          </p:nvSpPr>
          <p:spPr>
            <a:xfrm>
              <a:off x="6043459" y="3217279"/>
              <a:ext cx="273498" cy="225131"/>
            </a:xfrm>
            <a:custGeom>
              <a:rect b="b" l="l" r="r" t="t"/>
              <a:pathLst>
                <a:path extrusionOk="0" h="7151" w="8688">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56"/>
            <p:cNvSpPr/>
            <p:nvPr/>
          </p:nvSpPr>
          <p:spPr>
            <a:xfrm>
              <a:off x="4750312" y="3106558"/>
              <a:ext cx="428537" cy="428131"/>
            </a:xfrm>
            <a:custGeom>
              <a:rect b="b" l="l" r="r" t="t"/>
              <a:pathLst>
                <a:path extrusionOk="0" h="13599" w="13613">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56"/>
            <p:cNvSpPr/>
            <p:nvPr/>
          </p:nvSpPr>
          <p:spPr>
            <a:xfrm>
              <a:off x="4824822" y="3199272"/>
              <a:ext cx="233172" cy="335855"/>
            </a:xfrm>
            <a:custGeom>
              <a:rect b="b" l="l" r="r" t="t"/>
              <a:pathLst>
                <a:path extrusionOk="0" h="10668" w="7407">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56"/>
            <p:cNvSpPr/>
            <p:nvPr/>
          </p:nvSpPr>
          <p:spPr>
            <a:xfrm>
              <a:off x="6552742" y="3101529"/>
              <a:ext cx="436251" cy="437293"/>
            </a:xfrm>
            <a:custGeom>
              <a:rect b="b" l="l" r="r" t="t"/>
              <a:pathLst>
                <a:path extrusionOk="0" h="208483" w="208483">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56"/>
            <p:cNvSpPr/>
            <p:nvPr/>
          </p:nvSpPr>
          <p:spPr>
            <a:xfrm>
              <a:off x="6651352" y="3183943"/>
              <a:ext cx="238944" cy="272379"/>
            </a:xfrm>
            <a:custGeom>
              <a:rect b="b" l="l" r="r" t="t"/>
              <a:pathLst>
                <a:path extrusionOk="0" h="148841" w="130928">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8" name="Google Shape;3378;p56"/>
          <p:cNvSpPr txBox="1"/>
          <p:nvPr/>
        </p:nvSpPr>
        <p:spPr>
          <a:xfrm>
            <a:off x="4830825" y="3752108"/>
            <a:ext cx="3233400" cy="738900"/>
          </a:xfrm>
          <a:prstGeom prst="rect">
            <a:avLst/>
          </a:prstGeom>
          <a:noFill/>
          <a:ln>
            <a:noFill/>
          </a:ln>
        </p:spPr>
        <p:txBody>
          <a:bodyPr anchorCtr="0" anchor="t" bIns="91425" lIns="91425" spcFirstLastPara="1" rIns="91425" wrap="square" tIns="91425">
            <a:spAutoFit/>
          </a:bodyPr>
          <a:lstStyle/>
          <a:p>
            <a:pPr indent="0" lvl="0" marL="0" rtl="0" algn="l">
              <a:spcBef>
                <a:spcPts val="300"/>
              </a:spcBef>
              <a:spcAft>
                <a:spcPts val="0"/>
              </a:spcAft>
              <a:buNone/>
            </a:pPr>
            <a:r>
              <a:rPr lang="en" sz="1200">
                <a:solidFill>
                  <a:schemeClr val="dk1"/>
                </a:solidFill>
                <a:latin typeface="Advent Pro Medium"/>
                <a:ea typeface="Advent Pro Medium"/>
                <a:cs typeface="Advent Pro Medium"/>
                <a:sym typeface="Advent Pro Medium"/>
              </a:rPr>
              <a:t>CREDITS: This presentation template was created by </a:t>
            </a:r>
            <a:r>
              <a:rPr b="1" lang="en" sz="1200">
                <a:solidFill>
                  <a:schemeClr val="dk1"/>
                </a:solidFill>
                <a:uFill>
                  <a:noFill/>
                </a:uFill>
                <a:latin typeface="Advent Pro"/>
                <a:ea typeface="Advent Pro"/>
                <a:cs typeface="Advent Pro"/>
                <a:sym typeface="Advent Pro"/>
                <a:hlinkClick r:id="rId4">
                  <a:extLst>
                    <a:ext uri="{A12FA001-AC4F-418D-AE19-62706E023703}">
                      <ahyp:hlinkClr val="tx"/>
                    </a:ext>
                  </a:extLst>
                </a:hlinkClick>
              </a:rPr>
              <a:t>Slidesgo</a:t>
            </a:r>
            <a:r>
              <a:rPr lang="en" sz="1200">
                <a:solidFill>
                  <a:schemeClr val="dk1"/>
                </a:solidFill>
                <a:latin typeface="Advent Pro Medium"/>
                <a:ea typeface="Advent Pro Medium"/>
                <a:cs typeface="Advent Pro Medium"/>
                <a:sym typeface="Advent Pro Medium"/>
              </a:rPr>
              <a:t>, including icons by </a:t>
            </a:r>
            <a:r>
              <a:rPr b="1" lang="en" sz="1200">
                <a:solidFill>
                  <a:schemeClr val="dk1"/>
                </a:solidFill>
                <a:uFill>
                  <a:noFill/>
                </a:uFill>
                <a:latin typeface="Advent Pro"/>
                <a:ea typeface="Advent Pro"/>
                <a:cs typeface="Advent Pro"/>
                <a:sym typeface="Advent Pro"/>
                <a:hlinkClick r:id="rId5">
                  <a:extLst>
                    <a:ext uri="{A12FA001-AC4F-418D-AE19-62706E023703}">
                      <ahyp:hlinkClr val="tx"/>
                    </a:ext>
                  </a:extLst>
                </a:hlinkClick>
              </a:rPr>
              <a:t>Flaticon</a:t>
            </a:r>
            <a:r>
              <a:rPr lang="en" sz="1200">
                <a:solidFill>
                  <a:schemeClr val="dk1"/>
                </a:solidFill>
                <a:latin typeface="Advent Pro Medium"/>
                <a:ea typeface="Advent Pro Medium"/>
                <a:cs typeface="Advent Pro Medium"/>
                <a:sym typeface="Advent Pro Medium"/>
              </a:rPr>
              <a:t>, and infographics &amp; images by </a:t>
            </a:r>
            <a:r>
              <a:rPr b="1" lang="en" sz="1200">
                <a:solidFill>
                  <a:schemeClr val="dk1"/>
                </a:solidFill>
                <a:uFill>
                  <a:noFill/>
                </a:uFill>
                <a:latin typeface="Advent Pro"/>
                <a:ea typeface="Advent Pro"/>
                <a:cs typeface="Advent Pro"/>
                <a:sym typeface="Advent Pro"/>
                <a:hlinkClick r:id="rId6">
                  <a:extLst>
                    <a:ext uri="{A12FA001-AC4F-418D-AE19-62706E023703}">
                      <ahyp:hlinkClr val="tx"/>
                    </a:ext>
                  </a:extLst>
                </a:hlinkClick>
              </a:rPr>
              <a:t>Freepik</a:t>
            </a:r>
            <a:r>
              <a:rPr b="1" lang="en" sz="1200">
                <a:solidFill>
                  <a:schemeClr val="dk1"/>
                </a:solidFill>
                <a:latin typeface="Advent Pro"/>
                <a:ea typeface="Advent Pro"/>
                <a:cs typeface="Advent Pro"/>
                <a:sym typeface="Advent Pro"/>
              </a:rPr>
              <a:t> </a:t>
            </a:r>
            <a:endParaRPr b="1" sz="1200">
              <a:solidFill>
                <a:schemeClr val="dk1"/>
              </a:solidFill>
              <a:latin typeface="Advent Pro"/>
              <a:ea typeface="Advent Pro"/>
              <a:cs typeface="Advent Pro"/>
              <a:sym typeface="Advent Pro"/>
            </a:endParaRPr>
          </a:p>
        </p:txBody>
      </p:sp>
      <p:pic>
        <p:nvPicPr>
          <p:cNvPr id="3379" name="Google Shape;3379;p56"/>
          <p:cNvPicPr preferRelativeResize="0"/>
          <p:nvPr/>
        </p:nvPicPr>
        <p:blipFill>
          <a:blip r:embed="rId7">
            <a:alphaModFix/>
          </a:blip>
          <a:stretch>
            <a:fillRect/>
          </a:stretch>
        </p:blipFill>
        <p:spPr>
          <a:xfrm>
            <a:off x="2172750" y="1328163"/>
            <a:ext cx="1052703" cy="1331675"/>
          </a:xfrm>
          <a:prstGeom prst="rect">
            <a:avLst/>
          </a:prstGeom>
          <a:noFill/>
          <a:ln>
            <a:noFill/>
          </a:ln>
        </p:spPr>
      </p:pic>
      <p:pic>
        <p:nvPicPr>
          <p:cNvPr id="3380" name="Google Shape;3380;p56"/>
          <p:cNvPicPr preferRelativeResize="0"/>
          <p:nvPr/>
        </p:nvPicPr>
        <p:blipFill>
          <a:blip r:embed="rId8">
            <a:alphaModFix/>
          </a:blip>
          <a:stretch>
            <a:fillRect/>
          </a:stretch>
        </p:blipFill>
        <p:spPr>
          <a:xfrm>
            <a:off x="2224446" y="591912"/>
            <a:ext cx="1602225" cy="1148801"/>
          </a:xfrm>
          <a:prstGeom prst="rect">
            <a:avLst/>
          </a:prstGeom>
          <a:noFill/>
          <a:ln>
            <a:noFill/>
          </a:ln>
        </p:spPr>
      </p:pic>
      <p:pic>
        <p:nvPicPr>
          <p:cNvPr id="3381" name="Google Shape;3381;p56"/>
          <p:cNvPicPr preferRelativeResize="0"/>
          <p:nvPr/>
        </p:nvPicPr>
        <p:blipFill>
          <a:blip r:embed="rId9">
            <a:alphaModFix/>
          </a:blip>
          <a:stretch>
            <a:fillRect/>
          </a:stretch>
        </p:blipFill>
        <p:spPr>
          <a:xfrm>
            <a:off x="3145223" y="3094470"/>
            <a:ext cx="841230" cy="1331675"/>
          </a:xfrm>
          <a:prstGeom prst="rect">
            <a:avLst/>
          </a:prstGeom>
          <a:noFill/>
          <a:ln>
            <a:noFill/>
          </a:ln>
        </p:spPr>
      </p:pic>
      <p:pic>
        <p:nvPicPr>
          <p:cNvPr id="3382" name="Google Shape;3382;p56"/>
          <p:cNvPicPr preferRelativeResize="0"/>
          <p:nvPr/>
        </p:nvPicPr>
        <p:blipFill>
          <a:blip r:embed="rId10">
            <a:alphaModFix/>
          </a:blip>
          <a:stretch>
            <a:fillRect/>
          </a:stretch>
        </p:blipFill>
        <p:spPr>
          <a:xfrm>
            <a:off x="696020" y="591897"/>
            <a:ext cx="1243252" cy="1301701"/>
          </a:xfrm>
          <a:prstGeom prst="rect">
            <a:avLst/>
          </a:prstGeom>
          <a:noFill/>
          <a:ln>
            <a:noFill/>
          </a:ln>
        </p:spPr>
      </p:pic>
      <p:pic>
        <p:nvPicPr>
          <p:cNvPr id="3383" name="Google Shape;3383;p56"/>
          <p:cNvPicPr preferRelativeResize="0"/>
          <p:nvPr/>
        </p:nvPicPr>
        <p:blipFill>
          <a:blip r:embed="rId11">
            <a:alphaModFix/>
          </a:blip>
          <a:stretch>
            <a:fillRect/>
          </a:stretch>
        </p:blipFill>
        <p:spPr>
          <a:xfrm>
            <a:off x="1262829" y="2125454"/>
            <a:ext cx="1679975" cy="2215880"/>
          </a:xfrm>
          <a:prstGeom prst="rect">
            <a:avLst/>
          </a:prstGeom>
          <a:noFill/>
          <a:ln>
            <a:noFill/>
          </a:ln>
        </p:spPr>
      </p:pic>
      <p:pic>
        <p:nvPicPr>
          <p:cNvPr id="3384" name="Google Shape;3384;p56"/>
          <p:cNvPicPr preferRelativeResize="0"/>
          <p:nvPr/>
        </p:nvPicPr>
        <p:blipFill>
          <a:blip r:embed="rId12">
            <a:alphaModFix/>
          </a:blip>
          <a:stretch>
            <a:fillRect/>
          </a:stretch>
        </p:blipFill>
        <p:spPr>
          <a:xfrm>
            <a:off x="538774" y="2420413"/>
            <a:ext cx="797661" cy="1331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3365"/>
                                        </p:tgtEl>
                                        <p:attrNameLst>
                                          <p:attrName>style.visibility</p:attrName>
                                        </p:attrNameLst>
                                      </p:cBhvr>
                                      <p:to>
                                        <p:strVal val="visible"/>
                                      </p:to>
                                    </p:set>
                                    <p:anim calcmode="lin" valueType="num">
                                      <p:cBhvr additive="base">
                                        <p:cTn dur="1000"/>
                                        <p:tgtEl>
                                          <p:spTgt spid="33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66"/>
                                        </p:tgtEl>
                                        <p:attrNameLst>
                                          <p:attrName>style.visibility</p:attrName>
                                        </p:attrNameLst>
                                      </p:cBhvr>
                                      <p:to>
                                        <p:strVal val="visible"/>
                                      </p:to>
                                    </p:set>
                                    <p:anim calcmode="lin" valueType="num">
                                      <p:cBhvr additive="base">
                                        <p:cTn dur="1500"/>
                                        <p:tgtEl>
                                          <p:spTgt spid="3366"/>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1" presetSubtype="0">
                                  <p:stCondLst>
                                    <p:cond delay="0"/>
                                  </p:stCondLst>
                                  <p:childTnLst>
                                    <p:set>
                                      <p:cBhvr>
                                        <p:cTn dur="1" fill="hold">
                                          <p:stCondLst>
                                            <p:cond delay="0"/>
                                          </p:stCondLst>
                                        </p:cTn>
                                        <p:tgtEl>
                                          <p:spTgt spid="3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Cyber Security Kill Chain by Slidesgo">
  <a:themeElements>
    <a:clrScheme name="Simple Light">
      <a:dk1>
        <a:srgbClr val="FFFFFF"/>
      </a:dk1>
      <a:lt1>
        <a:srgbClr val="00394B"/>
      </a:lt1>
      <a:dk2>
        <a:srgbClr val="002530"/>
      </a:dk2>
      <a:lt2>
        <a:srgbClr val="006F80"/>
      </a:lt2>
      <a:accent1>
        <a:srgbClr val="10908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